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HK Grotesk" charset="1" panose="00000500000000000000"/>
      <p:regular r:id="rId22"/>
    </p:embeddedFont>
    <p:embeddedFont>
      <p:font typeface="29LT Bukra Semi Condensed Bold Italics" charset="1" panose="020B0806040000000004"/>
      <p:regular r:id="rId23"/>
    </p:embeddedFont>
    <p:embeddedFont>
      <p:font typeface="Canva Sans Italics" charset="1" panose="020B0503030501040103"/>
      <p:regular r:id="rId24"/>
    </p:embeddedFont>
    <p:embeddedFont>
      <p:font typeface="Bebas Neue Cyrillic" charset="1" panose="02000506000000020004"/>
      <p:regular r:id="rId25"/>
    </p:embeddedFont>
    <p:embeddedFont>
      <p:font typeface="HK Grotesk Bold" charset="1" panose="00000800000000000000"/>
      <p:regular r:id="rId26"/>
    </p:embeddedFont>
    <p:embeddedFont>
      <p:font typeface="Inter" charset="1" panose="020B0502030000000004"/>
      <p:regular r:id="rId27"/>
    </p:embeddedFont>
    <p:embeddedFont>
      <p:font typeface="Inter Bold" charset="1" panose="020B0802030000000004"/>
      <p:regular r:id="rId28"/>
    </p:embeddedFont>
    <p:embeddedFont>
      <p:font typeface="HK Grotesk Medium" charset="1" panose="000006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19.jpeg" Type="http://schemas.openxmlformats.org/officeDocument/2006/relationships/image"/><Relationship Id="rId5" Target="../media/VAHGTppJbbQ.mp4" Type="http://schemas.openxmlformats.org/officeDocument/2006/relationships/video"/><Relationship Id="rId6" Target="../media/VAHGTppJbbQ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19.jpeg" Type="http://schemas.openxmlformats.org/officeDocument/2006/relationships/image"/><Relationship Id="rId5" Target="../media/VAHGTppJbbQ.mp4" Type="http://schemas.openxmlformats.org/officeDocument/2006/relationships/video"/><Relationship Id="rId6" Target="../media/VAHGTppJbbQ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VAHGSZQd16I.mp4" Type="http://schemas.openxmlformats.org/officeDocument/2006/relationships/video"/><Relationship Id="rId4" Target="../media/VAHGSZQd16I.mp4" Type="http://schemas.microsoft.com/office/2007/relationships/media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2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https://github.com/JaoRosa12/Grab-Catch-Maquina-Interativa?tab=readme-ov-fil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7281" y="3278886"/>
            <a:ext cx="7236719" cy="40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9"/>
              </a:lnSpc>
            </a:pPr>
            <a:r>
              <a:rPr lang="en-US" sz="15569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Grab&amp;Catch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07281" y="8298325"/>
            <a:ext cx="6074168" cy="959975"/>
            <a:chOff x="0" y="0"/>
            <a:chExt cx="1599781" cy="2528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9781" cy="252833"/>
            </a:xfrm>
            <a:custGeom>
              <a:avLst/>
              <a:gdLst/>
              <a:ahLst/>
              <a:cxnLst/>
              <a:rect r="r" b="b" t="t" l="l"/>
              <a:pathLst>
                <a:path h="252833" w="1599781">
                  <a:moveTo>
                    <a:pt x="25491" y="0"/>
                  </a:moveTo>
                  <a:lnTo>
                    <a:pt x="1574290" y="0"/>
                  </a:lnTo>
                  <a:cubicBezTo>
                    <a:pt x="1588368" y="0"/>
                    <a:pt x="1599781" y="11413"/>
                    <a:pt x="1599781" y="25491"/>
                  </a:cubicBezTo>
                  <a:lnTo>
                    <a:pt x="1599781" y="227342"/>
                  </a:lnTo>
                  <a:cubicBezTo>
                    <a:pt x="1599781" y="241420"/>
                    <a:pt x="1588368" y="252833"/>
                    <a:pt x="1574290" y="252833"/>
                  </a:cubicBezTo>
                  <a:lnTo>
                    <a:pt x="25491" y="252833"/>
                  </a:lnTo>
                  <a:cubicBezTo>
                    <a:pt x="18731" y="252833"/>
                    <a:pt x="12247" y="250147"/>
                    <a:pt x="7466" y="245367"/>
                  </a:cubicBezTo>
                  <a:cubicBezTo>
                    <a:pt x="2686" y="240586"/>
                    <a:pt x="0" y="234102"/>
                    <a:pt x="0" y="227342"/>
                  </a:cubicBezTo>
                  <a:lnTo>
                    <a:pt x="0" y="25491"/>
                  </a:lnTo>
                  <a:cubicBezTo>
                    <a:pt x="0" y="11413"/>
                    <a:pt x="11413" y="0"/>
                    <a:pt x="25491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99781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5462191" y="8768788"/>
            <a:ext cx="1866702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" id="7"/>
          <p:cNvSpPr txBox="true"/>
          <p:nvPr/>
        </p:nvSpPr>
        <p:spPr>
          <a:xfrm rot="0">
            <a:off x="2193656" y="8540188"/>
            <a:ext cx="32685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2 Sprint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3509" y="8107825"/>
            <a:ext cx="3139600" cy="166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b="true" sz="4742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Professor:</a:t>
            </a:r>
          </a:p>
          <a:p>
            <a:pPr algn="l">
              <a:lnSpc>
                <a:spcPts val="60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373109" y="8422020"/>
            <a:ext cx="4618525" cy="45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3667" i="true">
                <a:solidFill>
                  <a:srgbClr val="0E49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DAWILMAR</a:t>
            </a:r>
          </a:p>
        </p:txBody>
      </p:sp>
      <p:grpSp>
        <p:nvGrpSpPr>
          <p:cNvPr name="Group 10" id="10"/>
          <p:cNvGrpSpPr/>
          <p:nvPr/>
        </p:nvGrpSpPr>
        <p:grpSpPr>
          <a:xfrm rot="4553370">
            <a:off x="-2999728" y="-2096015"/>
            <a:ext cx="7292297" cy="7696344"/>
            <a:chOff x="0" y="0"/>
            <a:chExt cx="9723062" cy="10261792"/>
          </a:xfrm>
        </p:grpSpPr>
        <p:grpSp>
          <p:nvGrpSpPr>
            <p:cNvPr name="Group 11" id="11"/>
            <p:cNvGrpSpPr/>
            <p:nvPr/>
          </p:nvGrpSpPr>
          <p:grpSpPr>
            <a:xfrm rot="8183246">
              <a:off x="3889784" y="167983"/>
              <a:ext cx="1722571" cy="8370332"/>
              <a:chOff x="0" y="0"/>
              <a:chExt cx="611575" cy="29717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2831797">
              <a:off x="-1158593" y="4080111"/>
              <a:ext cx="12040247" cy="2101570"/>
            </a:xfrm>
            <a:custGeom>
              <a:avLst/>
              <a:gdLst/>
              <a:ahLst/>
              <a:cxnLst/>
              <a:rect r="r" b="b" t="t" l="l"/>
              <a:pathLst>
                <a:path h="2101570" w="12040247">
                  <a:moveTo>
                    <a:pt x="0" y="0"/>
                  </a:moveTo>
                  <a:lnTo>
                    <a:pt x="12040248" y="0"/>
                  </a:lnTo>
                  <a:lnTo>
                    <a:pt x="12040248" y="2101570"/>
                  </a:lnTo>
                  <a:lnTo>
                    <a:pt x="0" y="210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8183246">
              <a:off x="3791850" y="2097089"/>
              <a:ext cx="2139363" cy="8395185"/>
              <a:chOff x="0" y="0"/>
              <a:chExt cx="759552" cy="298059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5400000">
            <a:off x="11905779" y="3835344"/>
            <a:ext cx="11430804" cy="12064155"/>
            <a:chOff x="0" y="0"/>
            <a:chExt cx="15241072" cy="16085541"/>
          </a:xfrm>
        </p:grpSpPr>
        <p:grpSp>
          <p:nvGrpSpPr>
            <p:cNvPr name="Group 19" id="19"/>
            <p:cNvGrpSpPr/>
            <p:nvPr/>
          </p:nvGrpSpPr>
          <p:grpSpPr>
            <a:xfrm rot="8183246">
              <a:off x="6097305" y="263317"/>
              <a:ext cx="2700160" cy="13120643"/>
              <a:chOff x="0" y="0"/>
              <a:chExt cx="611575" cy="29717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2831797">
              <a:off x="-1816114" y="6395646"/>
              <a:ext cx="18873300" cy="3294249"/>
            </a:xfrm>
            <a:custGeom>
              <a:avLst/>
              <a:gdLst/>
              <a:ahLst/>
              <a:cxnLst/>
              <a:rect r="r" b="b" t="t" l="l"/>
              <a:pathLst>
                <a:path h="3294249" w="18873300">
                  <a:moveTo>
                    <a:pt x="0" y="0"/>
                  </a:moveTo>
                  <a:lnTo>
                    <a:pt x="18873300" y="0"/>
                  </a:lnTo>
                  <a:lnTo>
                    <a:pt x="18873300" y="3294249"/>
                  </a:lnTo>
                  <a:lnTo>
                    <a:pt x="0" y="329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8183246">
              <a:off x="5943791" y="3287224"/>
              <a:ext cx="3353489" cy="13159601"/>
              <a:chOff x="0" y="0"/>
              <a:chExt cx="759552" cy="29805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12183770" y="735517"/>
            <a:ext cx="2997203" cy="2836103"/>
          </a:xfrm>
          <a:custGeom>
            <a:avLst/>
            <a:gdLst/>
            <a:ahLst/>
            <a:cxnLst/>
            <a:rect r="r" b="b" t="t" l="l"/>
            <a:pathLst>
              <a:path h="2836103" w="2997203">
                <a:moveTo>
                  <a:pt x="0" y="0"/>
                </a:moveTo>
                <a:lnTo>
                  <a:pt x="2997203" y="0"/>
                </a:lnTo>
                <a:lnTo>
                  <a:pt x="2997203" y="2836104"/>
                </a:lnTo>
                <a:lnTo>
                  <a:pt x="0" y="2836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48483" y="1770062"/>
            <a:ext cx="5492488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28303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37662" y="3063689"/>
            <a:ext cx="3136704" cy="31367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369" r="0" b="-1636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266289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75648" y="3063689"/>
            <a:ext cx="3136704" cy="31367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8888" r="0" b="-38888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508907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18266" y="3063689"/>
            <a:ext cx="3136704" cy="313670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5088" r="0" b="-1508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63057" y="1209675"/>
            <a:ext cx="5485426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nOSSA EQUIPE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3057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MECÂNICA/ELETRÔNICA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3057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joão Vitor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780703" y="82296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17" id="17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7826438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PROGRAMAÇÃO/ELETRÔNICA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26438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João pEDRO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9819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MECÂNICA/ELETRÔNICA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89819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GABRIEL Alves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6486" y="1721936"/>
            <a:ext cx="9473907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Sumário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8236" y="4812369"/>
            <a:ext cx="2522401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Sobre Nosso Projeto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4992" y="4812369"/>
            <a:ext cx="208177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Melhorias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21336" y="4850442"/>
            <a:ext cx="2354985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Conjunto mecânico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03393" y="4812369"/>
            <a:ext cx="225601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Desenho Estrutural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78236" y="7432905"/>
            <a:ext cx="2522401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Setor Programação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24992" y="7432905"/>
            <a:ext cx="208177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Novos Jogos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3393" y="7432905"/>
            <a:ext cx="197934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Objetivos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7603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24992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3393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71702" y="3800181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8236" y="635027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24992" y="635027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03393" y="635027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6118412" y="1521911"/>
            <a:ext cx="1010516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4553370">
            <a:off x="-2999728" y="-2096015"/>
            <a:ext cx="7292297" cy="7696344"/>
            <a:chOff x="0" y="0"/>
            <a:chExt cx="9723062" cy="10261792"/>
          </a:xfrm>
        </p:grpSpPr>
        <p:grpSp>
          <p:nvGrpSpPr>
            <p:cNvPr name="Group 19" id="19"/>
            <p:cNvGrpSpPr/>
            <p:nvPr/>
          </p:nvGrpSpPr>
          <p:grpSpPr>
            <a:xfrm rot="8183246">
              <a:off x="3889784" y="167983"/>
              <a:ext cx="1722571" cy="8370332"/>
              <a:chOff x="0" y="0"/>
              <a:chExt cx="611575" cy="29717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2831797">
              <a:off x="-1158593" y="4080111"/>
              <a:ext cx="12040247" cy="2101570"/>
            </a:xfrm>
            <a:custGeom>
              <a:avLst/>
              <a:gdLst/>
              <a:ahLst/>
              <a:cxnLst/>
              <a:rect r="r" b="b" t="t" l="l"/>
              <a:pathLst>
                <a:path h="2101570" w="12040247">
                  <a:moveTo>
                    <a:pt x="0" y="0"/>
                  </a:moveTo>
                  <a:lnTo>
                    <a:pt x="12040248" y="0"/>
                  </a:lnTo>
                  <a:lnTo>
                    <a:pt x="12040248" y="2101570"/>
                  </a:lnTo>
                  <a:lnTo>
                    <a:pt x="0" y="210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8183246">
              <a:off x="3791850" y="2097089"/>
              <a:ext cx="2139363" cy="8395185"/>
              <a:chOff x="0" y="0"/>
              <a:chExt cx="759552" cy="29805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14051734" y="103860"/>
            <a:ext cx="2997203" cy="2836103"/>
          </a:xfrm>
          <a:custGeom>
            <a:avLst/>
            <a:gdLst/>
            <a:ahLst/>
            <a:cxnLst/>
            <a:rect r="r" b="b" t="t" l="l"/>
            <a:pathLst>
              <a:path h="2836103" w="2997203">
                <a:moveTo>
                  <a:pt x="0" y="0"/>
                </a:moveTo>
                <a:lnTo>
                  <a:pt x="2997203" y="0"/>
                </a:lnTo>
                <a:lnTo>
                  <a:pt x="2997203" y="2836103"/>
                </a:lnTo>
                <a:lnTo>
                  <a:pt x="0" y="2836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10771702" y="635027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09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71702" y="7432905"/>
            <a:ext cx="24846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Cronograma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14691662" y="2063674"/>
            <a:ext cx="13106968" cy="13833191"/>
            <a:chOff x="0" y="0"/>
            <a:chExt cx="17475957" cy="18444255"/>
          </a:xfrm>
        </p:grpSpPr>
        <p:grpSp>
          <p:nvGrpSpPr>
            <p:cNvPr name="Group 30" id="30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13664909" y="635027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64909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64909" y="4738370"/>
            <a:ext cx="225601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Acoplamento da mola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64909" y="7362460"/>
            <a:ext cx="24846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conclusão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1367" y="3090987"/>
            <a:ext cx="877906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sOBRE NOSSO PROJETO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516562"/>
            <a:ext cx="10387522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45607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Grab &amp; Catch é uma máquina interativa que distribui brindes para quem interage com seus jogos. Neste semestre, o projeto visa transformar a prova de conceito apresentada na Feira de Soluções em um protótipo com melhorias na estrutura, eletrônica e programação.</a:t>
            </a:r>
          </a:p>
        </p:txBody>
      </p:sp>
      <p:sp>
        <p:nvSpPr>
          <p:cNvPr name="AutoShape 4" id="4"/>
          <p:cNvSpPr/>
          <p:nvPr/>
        </p:nvSpPr>
        <p:spPr>
          <a:xfrm>
            <a:off x="1871367" y="2035300"/>
            <a:ext cx="6696523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6" id="6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8567890" y="1474913"/>
            <a:ext cx="1349968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10705816" y="2143711"/>
            <a:ext cx="13106968" cy="13833191"/>
            <a:chOff x="0" y="0"/>
            <a:chExt cx="17475957" cy="18444255"/>
          </a:xfrm>
        </p:grpSpPr>
        <p:grpSp>
          <p:nvGrpSpPr>
            <p:cNvPr name="Group 15" id="15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1524771" y="657807"/>
            <a:ext cx="5734529" cy="7730370"/>
          </a:xfrm>
          <a:custGeom>
            <a:avLst/>
            <a:gdLst/>
            <a:ahLst/>
            <a:cxnLst/>
            <a:rect r="r" b="b" t="t" l="l"/>
            <a:pathLst>
              <a:path h="7730370" w="5734529">
                <a:moveTo>
                  <a:pt x="0" y="0"/>
                </a:moveTo>
                <a:lnTo>
                  <a:pt x="5734529" y="0"/>
                </a:lnTo>
                <a:lnTo>
                  <a:pt x="5734529" y="7730370"/>
                </a:lnTo>
                <a:lnTo>
                  <a:pt x="0" y="7730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4814" y="487363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>
            <a:off x="6812493" y="1066800"/>
            <a:ext cx="2592321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812493" y="4285948"/>
            <a:ext cx="6592494" cy="1306121"/>
            <a:chOff x="0" y="0"/>
            <a:chExt cx="1736295" cy="343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016510" y="1869195"/>
            <a:ext cx="4776609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MELHORIAS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16510" y="4500858"/>
            <a:ext cx="638847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Substituição do display LCD por tela TFT Touch colorida</a:t>
            </a:r>
          </a:p>
        </p:txBody>
      </p:sp>
      <p:grpSp>
        <p:nvGrpSpPr>
          <p:cNvPr name="Group 9" id="9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10" id="10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5400000">
            <a:off x="11905779" y="3835344"/>
            <a:ext cx="11430804" cy="12064155"/>
            <a:chOff x="0" y="0"/>
            <a:chExt cx="15241072" cy="16085541"/>
          </a:xfrm>
        </p:grpSpPr>
        <p:grpSp>
          <p:nvGrpSpPr>
            <p:cNvPr name="Group 18" id="18"/>
            <p:cNvGrpSpPr/>
            <p:nvPr/>
          </p:nvGrpSpPr>
          <p:grpSpPr>
            <a:xfrm rot="8183246">
              <a:off x="6097305" y="263317"/>
              <a:ext cx="2700160" cy="13120643"/>
              <a:chOff x="0" y="0"/>
              <a:chExt cx="611575" cy="29717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2831797">
              <a:off x="-1816114" y="6395646"/>
              <a:ext cx="18873300" cy="3294249"/>
            </a:xfrm>
            <a:custGeom>
              <a:avLst/>
              <a:gdLst/>
              <a:ahLst/>
              <a:cxnLst/>
              <a:rect r="r" b="b" t="t" l="l"/>
              <a:pathLst>
                <a:path h="3294249" w="18873300">
                  <a:moveTo>
                    <a:pt x="0" y="0"/>
                  </a:moveTo>
                  <a:lnTo>
                    <a:pt x="18873300" y="0"/>
                  </a:lnTo>
                  <a:lnTo>
                    <a:pt x="18873300" y="3294249"/>
                  </a:lnTo>
                  <a:lnTo>
                    <a:pt x="0" y="329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8183246">
              <a:off x="5943791" y="3287224"/>
              <a:ext cx="3353489" cy="13159601"/>
              <a:chOff x="0" y="0"/>
              <a:chExt cx="759552" cy="29805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-12066" y="6820794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6812493" y="6401694"/>
            <a:ext cx="6592494" cy="1306121"/>
            <a:chOff x="0" y="0"/>
            <a:chExt cx="1736295" cy="34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098869" y="6393366"/>
            <a:ext cx="684733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Desenvolvimento de novos jogos interativos (Jogo da Velha, Pong)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12493" y="8225133"/>
            <a:ext cx="6592494" cy="1306121"/>
            <a:chOff x="0" y="0"/>
            <a:chExt cx="1736295" cy="343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016510" y="8440044"/>
            <a:ext cx="638847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Aprimoramento do sistema mecânico de mola e redesign da estrutura física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Desenho Estrutural (CAD)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6" id="6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2354548" y="3589160"/>
            <a:ext cx="5838057" cy="5169912"/>
          </a:xfrm>
          <a:custGeom>
            <a:avLst/>
            <a:gdLst/>
            <a:ahLst/>
            <a:cxnLst/>
            <a:rect r="r" b="b" t="t" l="l"/>
            <a:pathLst>
              <a:path h="5169912" w="5838057">
                <a:moveTo>
                  <a:pt x="0" y="0"/>
                </a:moveTo>
                <a:lnTo>
                  <a:pt x="5838058" y="0"/>
                </a:lnTo>
                <a:lnTo>
                  <a:pt x="5838058" y="5169912"/>
                </a:lnTo>
                <a:lnTo>
                  <a:pt x="0" y="5169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03642" y="3589160"/>
            <a:ext cx="6629809" cy="5169912"/>
          </a:xfrm>
          <a:custGeom>
            <a:avLst/>
            <a:gdLst/>
            <a:ahLst/>
            <a:cxnLst/>
            <a:rect r="r" b="b" t="t" l="l"/>
            <a:pathLst>
              <a:path h="5169912" w="6629809">
                <a:moveTo>
                  <a:pt x="0" y="0"/>
                </a:moveTo>
                <a:lnTo>
                  <a:pt x="6629810" y="0"/>
                </a:lnTo>
                <a:lnTo>
                  <a:pt x="6629810" y="5169912"/>
                </a:lnTo>
                <a:lnTo>
                  <a:pt x="0" y="5169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Conjunto mecânico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354548" y="3096015"/>
            <a:ext cx="4767719" cy="6356958"/>
          </a:xfrm>
          <a:custGeom>
            <a:avLst/>
            <a:gdLst/>
            <a:ahLst/>
            <a:cxnLst/>
            <a:rect r="r" b="b" t="t" l="l"/>
            <a:pathLst>
              <a:path h="6356958" w="4767719">
                <a:moveTo>
                  <a:pt x="0" y="0"/>
                </a:moveTo>
                <a:lnTo>
                  <a:pt x="4767719" y="0"/>
                </a:lnTo>
                <a:lnTo>
                  <a:pt x="476771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7" id="7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3331"/>
          <a:stretch>
            <a:fillRect/>
          </a:stretch>
        </p:blipFill>
        <p:spPr>
          <a:xfrm flipH="false" flipV="false" rot="0">
            <a:off x="10285883" y="3096015"/>
            <a:ext cx="3698050" cy="6356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Acoplamento da mola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6" id="6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2354548" y="3304530"/>
            <a:ext cx="7723211" cy="6084955"/>
          </a:xfrm>
          <a:custGeom>
            <a:avLst/>
            <a:gdLst/>
            <a:ahLst/>
            <a:cxnLst/>
            <a:rect r="r" b="b" t="t" l="l"/>
            <a:pathLst>
              <a:path h="6084955" w="7723211">
                <a:moveTo>
                  <a:pt x="0" y="0"/>
                </a:moveTo>
                <a:lnTo>
                  <a:pt x="7723212" y="0"/>
                </a:lnTo>
                <a:lnTo>
                  <a:pt x="7723212" y="6084955"/>
                </a:lnTo>
                <a:lnTo>
                  <a:pt x="0" y="6084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3331"/>
          <a:stretch>
            <a:fillRect/>
          </a:stretch>
        </p:blipFill>
        <p:spPr>
          <a:xfrm flipH="false" flipV="false" rot="0">
            <a:off x="11115264" y="3096015"/>
            <a:ext cx="3698050" cy="6356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Trabalhos realizados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setor programação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3647372"/>
            <a:ext cx="6639628" cy="663962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0145217" y="2457190"/>
            <a:ext cx="5073745" cy="9019991"/>
          </a:xfrm>
          <a:custGeom>
            <a:avLst/>
            <a:gdLst/>
            <a:ahLst/>
            <a:cxnLst/>
            <a:rect r="r" b="b" t="t" l="l"/>
            <a:pathLst>
              <a:path h="9019991" w="5073745">
                <a:moveTo>
                  <a:pt x="0" y="0"/>
                </a:moveTo>
                <a:lnTo>
                  <a:pt x="5073746" y="0"/>
                </a:lnTo>
                <a:lnTo>
                  <a:pt x="5073746" y="9019992"/>
                </a:lnTo>
                <a:lnTo>
                  <a:pt x="0" y="9019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9" id="9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Trabalhos realizados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setor programação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577549" y="2533903"/>
            <a:ext cx="6560401" cy="8572500"/>
          </a:xfrm>
          <a:custGeom>
            <a:avLst/>
            <a:gdLst/>
            <a:ahLst/>
            <a:cxnLst/>
            <a:rect r="r" b="b" t="t" l="l"/>
            <a:pathLst>
              <a:path h="8572500" w="6560401">
                <a:moveTo>
                  <a:pt x="0" y="0"/>
                </a:moveTo>
                <a:lnTo>
                  <a:pt x="6560402" y="0"/>
                </a:lnTo>
                <a:lnTo>
                  <a:pt x="6560402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14" t="-12648" r="0" b="-3240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450839" y="2533903"/>
            <a:ext cx="6560401" cy="8572500"/>
          </a:xfrm>
          <a:custGeom>
            <a:avLst/>
            <a:gdLst/>
            <a:ahLst/>
            <a:cxnLst/>
            <a:rect r="r" b="b" t="t" l="l"/>
            <a:pathLst>
              <a:path h="8572500" w="6560401">
                <a:moveTo>
                  <a:pt x="0" y="0"/>
                </a:moveTo>
                <a:lnTo>
                  <a:pt x="6560401" y="0"/>
                </a:lnTo>
                <a:lnTo>
                  <a:pt x="6560401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203" t="-44584" r="-21040" b="-38055"/>
            </a:stretch>
          </a:blipFill>
        </p:spPr>
      </p:sp>
      <p:grpSp>
        <p:nvGrpSpPr>
          <p:cNvPr name="Group 7" id="7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8" id="8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14706" y="1114425"/>
            <a:ext cx="1060974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Trabalhos realizados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setor programação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07315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069" y="1774181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306" t="24482" r="0" b="1871"/>
          <a:stretch>
            <a:fillRect/>
          </a:stretch>
        </p:blipFill>
        <p:spPr>
          <a:xfrm flipH="false" flipV="false" rot="5400000">
            <a:off x="5143851" y="1072365"/>
            <a:ext cx="7874000" cy="10555269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4553370">
            <a:off x="-5271816" y="-3780209"/>
            <a:ext cx="10543633" cy="11127828"/>
            <a:chOff x="0" y="0"/>
            <a:chExt cx="14058177" cy="14837105"/>
          </a:xfrm>
        </p:grpSpPr>
        <p:grpSp>
          <p:nvGrpSpPr>
            <p:cNvPr name="Group 7" id="7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0" y="1907265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517690" y="2477178"/>
            <a:ext cx="5685418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10726883">
            <a:off x="1580748" y="4790645"/>
            <a:ext cx="3063606" cy="3063606"/>
          </a:xfrm>
          <a:custGeom>
            <a:avLst/>
            <a:gdLst/>
            <a:ahLst/>
            <a:cxnLst/>
            <a:rect r="r" b="b" t="t" l="l"/>
            <a:pathLst>
              <a:path h="3063606" w="3063606">
                <a:moveTo>
                  <a:pt x="0" y="0"/>
                </a:moveTo>
                <a:lnTo>
                  <a:pt x="3063606" y="0"/>
                </a:lnTo>
                <a:lnTo>
                  <a:pt x="3063606" y="3063606"/>
                </a:lnTo>
                <a:lnTo>
                  <a:pt x="0" y="3063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9013" y="1916790"/>
            <a:ext cx="836040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novos jogos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0726883">
            <a:off x="5760820" y="4673805"/>
            <a:ext cx="3063606" cy="3063606"/>
          </a:xfrm>
          <a:custGeom>
            <a:avLst/>
            <a:gdLst/>
            <a:ahLst/>
            <a:cxnLst/>
            <a:rect r="r" b="b" t="t" l="l"/>
            <a:pathLst>
              <a:path h="3063606" w="3063606">
                <a:moveTo>
                  <a:pt x="0" y="0"/>
                </a:moveTo>
                <a:lnTo>
                  <a:pt x="3063606" y="0"/>
                </a:lnTo>
                <a:lnTo>
                  <a:pt x="3063606" y="3063605"/>
                </a:lnTo>
                <a:lnTo>
                  <a:pt x="0" y="3063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26883">
            <a:off x="10786911" y="4673805"/>
            <a:ext cx="3063606" cy="3063606"/>
          </a:xfrm>
          <a:custGeom>
            <a:avLst/>
            <a:gdLst/>
            <a:ahLst/>
            <a:cxnLst/>
            <a:rect r="r" b="b" t="t" l="l"/>
            <a:pathLst>
              <a:path h="3063606" w="3063606">
                <a:moveTo>
                  <a:pt x="0" y="0"/>
                </a:moveTo>
                <a:lnTo>
                  <a:pt x="3063606" y="0"/>
                </a:lnTo>
                <a:lnTo>
                  <a:pt x="3063606" y="3063605"/>
                </a:lnTo>
                <a:lnTo>
                  <a:pt x="0" y="3063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726883">
            <a:off x="14795180" y="4673805"/>
            <a:ext cx="3063606" cy="3063606"/>
          </a:xfrm>
          <a:custGeom>
            <a:avLst/>
            <a:gdLst/>
            <a:ahLst/>
            <a:cxnLst/>
            <a:rect r="r" b="b" t="t" l="l"/>
            <a:pathLst>
              <a:path h="3063606" w="3063606">
                <a:moveTo>
                  <a:pt x="0" y="0"/>
                </a:moveTo>
                <a:lnTo>
                  <a:pt x="3063606" y="0"/>
                </a:lnTo>
                <a:lnTo>
                  <a:pt x="3063606" y="3063605"/>
                </a:lnTo>
                <a:lnTo>
                  <a:pt x="0" y="3063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7074" y="4896971"/>
            <a:ext cx="2850954" cy="28509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78303" t="0" r="-7830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08458" y="4758414"/>
            <a:ext cx="2850954" cy="285095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7074" y="4896971"/>
            <a:ext cx="2850954" cy="285095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93237" y="4780130"/>
            <a:ext cx="2850954" cy="285095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930498" y="4780130"/>
            <a:ext cx="2850954" cy="285095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90671" y="8076982"/>
            <a:ext cx="2885914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700">
                <a:solidFill>
                  <a:srgbClr val="10437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JOGO DA VELHA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73499" y="8076982"/>
            <a:ext cx="2885914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700">
                <a:solidFill>
                  <a:srgbClr val="10437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PONG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54680" y="8076982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700">
                <a:solidFill>
                  <a:srgbClr val="10437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JOGO DA MEMORIA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05103" y="8076982"/>
            <a:ext cx="2885914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700">
                <a:solidFill>
                  <a:srgbClr val="10437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QUIZ</a:t>
            </a:r>
          </a:p>
        </p:txBody>
      </p:sp>
      <p:grpSp>
        <p:nvGrpSpPr>
          <p:cNvPr name="Group 23" id="23"/>
          <p:cNvGrpSpPr/>
          <p:nvPr/>
        </p:nvGrpSpPr>
        <p:grpSpPr>
          <a:xfrm rot="4553370">
            <a:off x="-5492050" y="-2966924"/>
            <a:ext cx="8896140" cy="9389052"/>
            <a:chOff x="0" y="0"/>
            <a:chExt cx="11861520" cy="12518737"/>
          </a:xfrm>
        </p:grpSpPr>
        <p:grpSp>
          <p:nvGrpSpPr>
            <p:cNvPr name="Group 24" id="24"/>
            <p:cNvGrpSpPr/>
            <p:nvPr/>
          </p:nvGrpSpPr>
          <p:grpSpPr>
            <a:xfrm rot="8183246">
              <a:off x="4745290" y="204929"/>
              <a:ext cx="2101427" cy="10211275"/>
              <a:chOff x="0" y="0"/>
              <a:chExt cx="611575" cy="297177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2831797">
              <a:off x="-1413410" y="4977477"/>
              <a:ext cx="14688339" cy="2563783"/>
            </a:xfrm>
            <a:custGeom>
              <a:avLst/>
              <a:gdLst/>
              <a:ahLst/>
              <a:cxnLst/>
              <a:rect r="r" b="b" t="t" l="l"/>
              <a:pathLst>
                <a:path h="2563783" w="14688339">
                  <a:moveTo>
                    <a:pt x="0" y="0"/>
                  </a:moveTo>
                  <a:lnTo>
                    <a:pt x="14688340" y="0"/>
                  </a:lnTo>
                  <a:lnTo>
                    <a:pt x="14688340" y="2563783"/>
                  </a:lnTo>
                  <a:lnTo>
                    <a:pt x="0" y="2563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8183246">
              <a:off x="4625816" y="2558316"/>
              <a:ext cx="2609887" cy="10241595"/>
              <a:chOff x="0" y="0"/>
              <a:chExt cx="759552" cy="298059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964681"/>
            <a:ext cx="8962682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Objetivos da Sprint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2082515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54548" y="3304530"/>
            <a:ext cx="13919541" cy="3290601"/>
            <a:chOff x="0" y="0"/>
            <a:chExt cx="4106442" cy="970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6442" cy="970769"/>
            </a:xfrm>
            <a:custGeom>
              <a:avLst/>
              <a:gdLst/>
              <a:ahLst/>
              <a:cxnLst/>
              <a:rect r="r" b="b" t="t" l="l"/>
              <a:pathLst>
                <a:path h="970769" w="4106442">
                  <a:moveTo>
                    <a:pt x="11124" y="0"/>
                  </a:moveTo>
                  <a:lnTo>
                    <a:pt x="4095318" y="0"/>
                  </a:lnTo>
                  <a:cubicBezTo>
                    <a:pt x="4098268" y="0"/>
                    <a:pt x="4101097" y="1172"/>
                    <a:pt x="4103184" y="3258"/>
                  </a:cubicBezTo>
                  <a:cubicBezTo>
                    <a:pt x="4105270" y="5344"/>
                    <a:pt x="4106442" y="8174"/>
                    <a:pt x="4106442" y="11124"/>
                  </a:cubicBezTo>
                  <a:lnTo>
                    <a:pt x="4106442" y="959645"/>
                  </a:lnTo>
                  <a:cubicBezTo>
                    <a:pt x="4106442" y="962595"/>
                    <a:pt x="4105270" y="965425"/>
                    <a:pt x="4103184" y="967511"/>
                  </a:cubicBezTo>
                  <a:cubicBezTo>
                    <a:pt x="4101097" y="969597"/>
                    <a:pt x="4098268" y="970769"/>
                    <a:pt x="4095318" y="970769"/>
                  </a:cubicBezTo>
                  <a:lnTo>
                    <a:pt x="11124" y="970769"/>
                  </a:lnTo>
                  <a:cubicBezTo>
                    <a:pt x="8174" y="970769"/>
                    <a:pt x="5344" y="969597"/>
                    <a:pt x="3258" y="967511"/>
                  </a:cubicBezTo>
                  <a:cubicBezTo>
                    <a:pt x="1172" y="965425"/>
                    <a:pt x="0" y="962595"/>
                    <a:pt x="0" y="959645"/>
                  </a:cubicBezTo>
                  <a:lnTo>
                    <a:pt x="0" y="11124"/>
                  </a:lnTo>
                  <a:cubicBezTo>
                    <a:pt x="0" y="8174"/>
                    <a:pt x="1172" y="5344"/>
                    <a:pt x="3258" y="3258"/>
                  </a:cubicBezTo>
                  <a:cubicBezTo>
                    <a:pt x="5344" y="1172"/>
                    <a:pt x="8174" y="0"/>
                    <a:pt x="1112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6442" cy="100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51736" y="3813153"/>
            <a:ext cx="13181716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309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Nesta sprint, o foco foi no avanço no desenvolvimento da programação do LCD TFT e no conjunto mecânico em que a mola agiria, sendo feitos testes físicos em ambos para determinar funcionabilidade. Nestes testes foram alinhados alguns parâmetros para o desenvolvimento da estrutura do produto, que comportará estes componentes.</a:t>
            </a:r>
          </a:p>
        </p:txBody>
      </p:sp>
      <p:grpSp>
        <p:nvGrpSpPr>
          <p:cNvPr name="Group 8" id="8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9" id="9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>
            <a:off x="11715524" y="2623852"/>
            <a:ext cx="3063695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-5400000">
            <a:off x="10183179" y="2112744"/>
            <a:ext cx="13106968" cy="13833191"/>
            <a:chOff x="0" y="0"/>
            <a:chExt cx="17475957" cy="18444255"/>
          </a:xfrm>
        </p:grpSpPr>
        <p:grpSp>
          <p:nvGrpSpPr>
            <p:cNvPr name="Group 18" id="18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47419" y="1209675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09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3578665" y="1770062"/>
            <a:ext cx="2168754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61402" y="4596595"/>
            <a:ext cx="15590865" cy="2122905"/>
          </a:xfrm>
          <a:custGeom>
            <a:avLst/>
            <a:gdLst/>
            <a:ahLst/>
            <a:cxnLst/>
            <a:rect r="r" b="b" t="t" l="l"/>
            <a:pathLst>
              <a:path h="2122905" w="15590865">
                <a:moveTo>
                  <a:pt x="0" y="0"/>
                </a:moveTo>
                <a:lnTo>
                  <a:pt x="15590865" y="0"/>
                </a:lnTo>
                <a:lnTo>
                  <a:pt x="15590865" y="2122905"/>
                </a:lnTo>
                <a:lnTo>
                  <a:pt x="0" y="2122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41" r="0" b="-234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0327" y="1754183"/>
            <a:ext cx="8007345" cy="13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98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cronograma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923" y="6076540"/>
            <a:ext cx="1166708" cy="64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sz="2821" spc="126">
                <a:solidFill>
                  <a:srgbClr val="10437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973" y="6557575"/>
            <a:ext cx="3946530" cy="99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 Pesquisa sobre a parte mecanica da mola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5244" y="7748727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15/03/2026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9239" y="3004861"/>
            <a:ext cx="1118560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8588" y="3639928"/>
            <a:ext cx="4699861" cy="99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Pesquisa sobre a progrmação do LCD TFT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0486" y="4697776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16/03/2026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73481" y="6076540"/>
            <a:ext cx="1166708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86857" y="6632969"/>
            <a:ext cx="4216359" cy="99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 Desenvolvimento do Desenho Tecnico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8802" y="7748727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18/03/2026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9113" y="3158893"/>
            <a:ext cx="1118560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3962" y="3677423"/>
            <a:ext cx="3172662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Minuta do Projeto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0360" y="4666880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26/03/2026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13962" y="6076540"/>
            <a:ext cx="1166708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51334" y="6632969"/>
            <a:ext cx="2100933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Apresentação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43235" y="7190797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09/04/2026</a:t>
            </a:r>
          </a:p>
        </p:txBody>
      </p:sp>
      <p:grpSp>
        <p:nvGrpSpPr>
          <p:cNvPr name="Group 21" id="21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22" id="22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-5400000">
            <a:off x="11545911" y="3475476"/>
            <a:ext cx="11780971" cy="12433724"/>
            <a:chOff x="0" y="0"/>
            <a:chExt cx="15707961" cy="16578299"/>
          </a:xfrm>
        </p:grpSpPr>
        <p:grpSp>
          <p:nvGrpSpPr>
            <p:cNvPr name="Group 30" id="30"/>
            <p:cNvGrpSpPr/>
            <p:nvPr/>
          </p:nvGrpSpPr>
          <p:grpSpPr>
            <a:xfrm rot="8183246">
              <a:off x="6284087" y="271383"/>
              <a:ext cx="2782876" cy="13522576"/>
              <a:chOff x="0" y="0"/>
              <a:chExt cx="611575" cy="297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2831797">
              <a:off x="-1871749" y="6591568"/>
              <a:ext cx="19451458" cy="3395164"/>
            </a:xfrm>
            <a:custGeom>
              <a:avLst/>
              <a:gdLst/>
              <a:ahLst/>
              <a:cxnLst/>
              <a:rect r="r" b="b" t="t" l="l"/>
              <a:pathLst>
                <a:path h="3395164" w="19451458">
                  <a:moveTo>
                    <a:pt x="0" y="0"/>
                  </a:moveTo>
                  <a:lnTo>
                    <a:pt x="19451458" y="0"/>
                  </a:lnTo>
                  <a:lnTo>
                    <a:pt x="19451458" y="3395163"/>
                  </a:lnTo>
                  <a:lnTo>
                    <a:pt x="0" y="339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8183246">
              <a:off x="6125871" y="3387924"/>
              <a:ext cx="3456218" cy="13562728"/>
              <a:chOff x="0" y="0"/>
              <a:chExt cx="759552" cy="29805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440" y="7397495"/>
            <a:ext cx="733410" cy="733410"/>
          </a:xfrm>
          <a:custGeom>
            <a:avLst/>
            <a:gdLst/>
            <a:ahLst/>
            <a:cxnLst/>
            <a:rect r="r" b="b" t="t" l="l"/>
            <a:pathLst>
              <a:path h="733410" w="733410">
                <a:moveTo>
                  <a:pt x="0" y="0"/>
                </a:moveTo>
                <a:lnTo>
                  <a:pt x="733410" y="0"/>
                </a:lnTo>
                <a:lnTo>
                  <a:pt x="733410" y="733410"/>
                </a:lnTo>
                <a:lnTo>
                  <a:pt x="0" y="73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0183179" y="2112744"/>
            <a:ext cx="13106968" cy="13833191"/>
            <a:chOff x="0" y="0"/>
            <a:chExt cx="17475957" cy="18444255"/>
          </a:xfrm>
        </p:grpSpPr>
        <p:grpSp>
          <p:nvGrpSpPr>
            <p:cNvPr name="Group 4" id="4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0838860" y="0"/>
            <a:ext cx="6161587" cy="7438091"/>
          </a:xfrm>
          <a:custGeom>
            <a:avLst/>
            <a:gdLst/>
            <a:ahLst/>
            <a:cxnLst/>
            <a:rect r="r" b="b" t="t" l="l"/>
            <a:pathLst>
              <a:path h="7438091" w="6161587">
                <a:moveTo>
                  <a:pt x="0" y="0"/>
                </a:moveTo>
                <a:lnTo>
                  <a:pt x="6161588" y="0"/>
                </a:lnTo>
                <a:lnTo>
                  <a:pt x="6161588" y="7438091"/>
                </a:lnTo>
                <a:lnTo>
                  <a:pt x="0" y="74380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36273" y="5854764"/>
            <a:ext cx="3002587" cy="3818871"/>
          </a:xfrm>
          <a:custGeom>
            <a:avLst/>
            <a:gdLst/>
            <a:ahLst/>
            <a:cxnLst/>
            <a:rect r="r" b="b" t="t" l="l"/>
            <a:pathLst>
              <a:path h="3818871" w="3002587">
                <a:moveTo>
                  <a:pt x="0" y="0"/>
                </a:moveTo>
                <a:lnTo>
                  <a:pt x="3002587" y="0"/>
                </a:lnTo>
                <a:lnTo>
                  <a:pt x="3002587" y="3818871"/>
                </a:lnTo>
                <a:lnTo>
                  <a:pt x="0" y="3818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5394" y="3335740"/>
            <a:ext cx="8926336" cy="222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7"/>
              </a:lnSpc>
            </a:pPr>
            <a:r>
              <a:rPr lang="en-US" sz="16687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conclusão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3101" y="7611058"/>
            <a:ext cx="5864216" cy="36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2461" u="sng">
                <a:solidFill>
                  <a:srgbClr val="104378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7" tooltip="https://github.com/JaoRosa12/Grab-Catch-Maquina-Interativa?tab=readme-ov-file"/>
              </a:rPr>
              <a:t>Nosso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DAHF6CBcXhk</dc:identifier>
  <dcterms:modified xsi:type="dcterms:W3CDTF">2011-08-01T06:04:30Z</dcterms:modified>
  <cp:revision>1</cp:revision>
  <dc:title>Sprint 2</dc:title>
</cp:coreProperties>
</file>