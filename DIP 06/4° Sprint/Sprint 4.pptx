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eague Spartan" charset="1" panose="00000800000000000000"/>
      <p:regular r:id="rId18"/>
    </p:embeddedFont>
    <p:embeddedFont>
      <p:font typeface="HK Grotesk" charset="1" panose="00000500000000000000"/>
      <p:regular r:id="rId19"/>
    </p:embeddedFont>
    <p:embeddedFont>
      <p:font typeface="29LT Bukra Semi Condensed Bold Italics" charset="1" panose="020B0806040000000004"/>
      <p:regular r:id="rId20"/>
    </p:embeddedFont>
    <p:embeddedFont>
      <p:font typeface="Canva Sans Italics" charset="1" panose="020B0503030501040103"/>
      <p:regular r:id="rId21"/>
    </p:embeddedFont>
    <p:embeddedFont>
      <p:font typeface="Bebas Neue Cyrillic" charset="1" panose="02000506000000020004"/>
      <p:regular r:id="rId22"/>
    </p:embeddedFont>
    <p:embeddedFont>
      <p:font typeface="HK Grotesk Bold" charset="1" panose="00000800000000000000"/>
      <p:regular r:id="rId23"/>
    </p:embeddedFont>
    <p:embeddedFont>
      <p:font typeface="Inter" charset="1" panose="020B0502030000000004"/>
      <p:regular r:id="rId24"/>
    </p:embeddedFont>
    <p:embeddedFont>
      <p:font typeface="Inter Bold" charset="1" panose="020B0802030000000004"/>
      <p:regular r:id="rId25"/>
    </p:embeddedFont>
    <p:embeddedFont>
      <p:font typeface="HK Grotesk Medium" charset="1" panose="000006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jpeg" Type="http://schemas.openxmlformats.org/officeDocument/2006/relationships/image"/><Relationship Id="rId4" Target="../media/image1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.png" Type="http://schemas.openxmlformats.org/officeDocument/2006/relationships/image"/><Relationship Id="rId5" Target="../media/image25.png" Type="http://schemas.openxmlformats.org/officeDocument/2006/relationships/image"/><Relationship Id="rId6" Target="https://github.com/JaoRosa12/Grab-Catch-Maquina-Interativa?tab=readme-ov-file" TargetMode="External" Type="http://schemas.openxmlformats.org/officeDocument/2006/relationships/hyperlink"/><Relationship Id="rId7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07281" y="3278886"/>
            <a:ext cx="7236719" cy="403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69"/>
              </a:lnSpc>
            </a:pPr>
            <a:r>
              <a:rPr lang="en-US" sz="15569">
                <a:solidFill>
                  <a:srgbClr val="10437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Grab&amp;Catch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907281" y="8298325"/>
            <a:ext cx="6074168" cy="959975"/>
            <a:chOff x="0" y="0"/>
            <a:chExt cx="1599781" cy="2528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99781" cy="252833"/>
            </a:xfrm>
            <a:custGeom>
              <a:avLst/>
              <a:gdLst/>
              <a:ahLst/>
              <a:cxnLst/>
              <a:rect r="r" b="b" t="t" l="l"/>
              <a:pathLst>
                <a:path h="252833" w="1599781">
                  <a:moveTo>
                    <a:pt x="25491" y="0"/>
                  </a:moveTo>
                  <a:lnTo>
                    <a:pt x="1574290" y="0"/>
                  </a:lnTo>
                  <a:cubicBezTo>
                    <a:pt x="1588368" y="0"/>
                    <a:pt x="1599781" y="11413"/>
                    <a:pt x="1599781" y="25491"/>
                  </a:cubicBezTo>
                  <a:lnTo>
                    <a:pt x="1599781" y="227342"/>
                  </a:lnTo>
                  <a:cubicBezTo>
                    <a:pt x="1599781" y="241420"/>
                    <a:pt x="1588368" y="252833"/>
                    <a:pt x="1574290" y="252833"/>
                  </a:cubicBezTo>
                  <a:lnTo>
                    <a:pt x="25491" y="252833"/>
                  </a:lnTo>
                  <a:cubicBezTo>
                    <a:pt x="18731" y="252833"/>
                    <a:pt x="12247" y="250147"/>
                    <a:pt x="7466" y="245367"/>
                  </a:cubicBezTo>
                  <a:cubicBezTo>
                    <a:pt x="2686" y="240586"/>
                    <a:pt x="0" y="234102"/>
                    <a:pt x="0" y="227342"/>
                  </a:cubicBezTo>
                  <a:lnTo>
                    <a:pt x="0" y="25491"/>
                  </a:lnTo>
                  <a:cubicBezTo>
                    <a:pt x="0" y="11413"/>
                    <a:pt x="11413" y="0"/>
                    <a:pt x="25491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99781" cy="290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5462191" y="8768788"/>
            <a:ext cx="1866702" cy="0"/>
          </a:xfrm>
          <a:prstGeom prst="line">
            <a:avLst/>
          </a:prstGeom>
          <a:ln cap="flat" w="19050">
            <a:solidFill>
              <a:srgbClr val="E8E8E8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7" id="7"/>
          <p:cNvSpPr txBox="true"/>
          <p:nvPr/>
        </p:nvSpPr>
        <p:spPr>
          <a:xfrm rot="0">
            <a:off x="2193656" y="8540188"/>
            <a:ext cx="326853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4 Sprint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33509" y="8107825"/>
            <a:ext cx="3139600" cy="166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0"/>
              </a:lnSpc>
            </a:pPr>
            <a:r>
              <a:rPr lang="en-US" b="true" sz="4742" i="true">
                <a:solidFill>
                  <a:srgbClr val="0E497A"/>
                </a:solidFill>
                <a:latin typeface="29LT Bukra Semi Condensed Bold Italics"/>
                <a:ea typeface="29LT Bukra Semi Condensed Bold Italics"/>
                <a:cs typeface="29LT Bukra Semi Condensed Bold Italics"/>
                <a:sym typeface="29LT Bukra Semi Condensed Bold Italics"/>
              </a:rPr>
              <a:t>Professor:</a:t>
            </a:r>
          </a:p>
          <a:p>
            <a:pPr algn="l">
              <a:lnSpc>
                <a:spcPts val="607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373109" y="8422020"/>
            <a:ext cx="4618525" cy="459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3667" i="true">
                <a:solidFill>
                  <a:srgbClr val="0E497A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DAWILMAR</a:t>
            </a:r>
          </a:p>
        </p:txBody>
      </p:sp>
      <p:grpSp>
        <p:nvGrpSpPr>
          <p:cNvPr name="Group 10" id="10"/>
          <p:cNvGrpSpPr/>
          <p:nvPr/>
        </p:nvGrpSpPr>
        <p:grpSpPr>
          <a:xfrm rot="4553370">
            <a:off x="-2999728" y="-2096015"/>
            <a:ext cx="7292297" cy="7696344"/>
            <a:chOff x="0" y="0"/>
            <a:chExt cx="9723062" cy="10261792"/>
          </a:xfrm>
        </p:grpSpPr>
        <p:grpSp>
          <p:nvGrpSpPr>
            <p:cNvPr name="Group 11" id="11"/>
            <p:cNvGrpSpPr/>
            <p:nvPr/>
          </p:nvGrpSpPr>
          <p:grpSpPr>
            <a:xfrm rot="8183246">
              <a:off x="3889784" y="167983"/>
              <a:ext cx="1722571" cy="8370332"/>
              <a:chOff x="0" y="0"/>
              <a:chExt cx="611575" cy="297177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2831797">
              <a:off x="-1158593" y="4080111"/>
              <a:ext cx="12040247" cy="2101570"/>
            </a:xfrm>
            <a:custGeom>
              <a:avLst/>
              <a:gdLst/>
              <a:ahLst/>
              <a:cxnLst/>
              <a:rect r="r" b="b" t="t" l="l"/>
              <a:pathLst>
                <a:path h="2101570" w="12040247">
                  <a:moveTo>
                    <a:pt x="0" y="0"/>
                  </a:moveTo>
                  <a:lnTo>
                    <a:pt x="12040248" y="0"/>
                  </a:lnTo>
                  <a:lnTo>
                    <a:pt x="12040248" y="2101570"/>
                  </a:lnTo>
                  <a:lnTo>
                    <a:pt x="0" y="2101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5" id="15"/>
            <p:cNvGrpSpPr/>
            <p:nvPr/>
          </p:nvGrpSpPr>
          <p:grpSpPr>
            <a:xfrm rot="8183246">
              <a:off x="3791850" y="2097089"/>
              <a:ext cx="2139363" cy="8395185"/>
              <a:chOff x="0" y="0"/>
              <a:chExt cx="759552" cy="298059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-5400000">
            <a:off x="11905779" y="3835344"/>
            <a:ext cx="11430804" cy="12064155"/>
            <a:chOff x="0" y="0"/>
            <a:chExt cx="15241072" cy="16085541"/>
          </a:xfrm>
        </p:grpSpPr>
        <p:grpSp>
          <p:nvGrpSpPr>
            <p:cNvPr name="Group 19" id="19"/>
            <p:cNvGrpSpPr/>
            <p:nvPr/>
          </p:nvGrpSpPr>
          <p:grpSpPr>
            <a:xfrm rot="8183246">
              <a:off x="6097305" y="263317"/>
              <a:ext cx="2700160" cy="13120643"/>
              <a:chOff x="0" y="0"/>
              <a:chExt cx="611575" cy="297177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2831797">
              <a:off x="-1816114" y="6395646"/>
              <a:ext cx="18873300" cy="3294249"/>
            </a:xfrm>
            <a:custGeom>
              <a:avLst/>
              <a:gdLst/>
              <a:ahLst/>
              <a:cxnLst/>
              <a:rect r="r" b="b" t="t" l="l"/>
              <a:pathLst>
                <a:path h="3294249" w="18873300">
                  <a:moveTo>
                    <a:pt x="0" y="0"/>
                  </a:moveTo>
                  <a:lnTo>
                    <a:pt x="18873300" y="0"/>
                  </a:lnTo>
                  <a:lnTo>
                    <a:pt x="18873300" y="3294249"/>
                  </a:lnTo>
                  <a:lnTo>
                    <a:pt x="0" y="3294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23" id="23"/>
            <p:cNvGrpSpPr/>
            <p:nvPr/>
          </p:nvGrpSpPr>
          <p:grpSpPr>
            <a:xfrm rot="8183246">
              <a:off x="5943791" y="3287224"/>
              <a:ext cx="3353489" cy="13159601"/>
              <a:chOff x="0" y="0"/>
              <a:chExt cx="759552" cy="298059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26" id="26"/>
          <p:cNvSpPr/>
          <p:nvPr/>
        </p:nvSpPr>
        <p:spPr>
          <a:xfrm flipH="false" flipV="false" rot="0">
            <a:off x="12183770" y="735517"/>
            <a:ext cx="2997203" cy="2836103"/>
          </a:xfrm>
          <a:custGeom>
            <a:avLst/>
            <a:gdLst/>
            <a:ahLst/>
            <a:cxnLst/>
            <a:rect r="r" b="b" t="t" l="l"/>
            <a:pathLst>
              <a:path h="2836103" w="2997203">
                <a:moveTo>
                  <a:pt x="0" y="0"/>
                </a:moveTo>
                <a:lnTo>
                  <a:pt x="2997203" y="0"/>
                </a:lnTo>
                <a:lnTo>
                  <a:pt x="2997203" y="2836104"/>
                </a:lnTo>
                <a:lnTo>
                  <a:pt x="0" y="2836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948483" y="1770062"/>
            <a:ext cx="5492488" cy="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028303" y="2754331"/>
            <a:ext cx="3755422" cy="3755422"/>
          </a:xfrm>
          <a:custGeom>
            <a:avLst/>
            <a:gdLst/>
            <a:ahLst/>
            <a:cxnLst/>
            <a:rect r="r" b="b" t="t" l="l"/>
            <a:pathLst>
              <a:path h="3755422" w="3755422">
                <a:moveTo>
                  <a:pt x="0" y="0"/>
                </a:moveTo>
                <a:lnTo>
                  <a:pt x="3755422" y="0"/>
                </a:lnTo>
                <a:lnTo>
                  <a:pt x="3755422" y="3755421"/>
                </a:lnTo>
                <a:lnTo>
                  <a:pt x="0" y="3755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337662" y="3063689"/>
            <a:ext cx="3136704" cy="313670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6369" r="0" b="-16369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266289" y="2754331"/>
            <a:ext cx="3755422" cy="3755422"/>
          </a:xfrm>
          <a:custGeom>
            <a:avLst/>
            <a:gdLst/>
            <a:ahLst/>
            <a:cxnLst/>
            <a:rect r="r" b="b" t="t" l="l"/>
            <a:pathLst>
              <a:path h="3755422" w="3755422">
                <a:moveTo>
                  <a:pt x="0" y="0"/>
                </a:moveTo>
                <a:lnTo>
                  <a:pt x="3755422" y="0"/>
                </a:lnTo>
                <a:lnTo>
                  <a:pt x="3755422" y="3755421"/>
                </a:lnTo>
                <a:lnTo>
                  <a:pt x="0" y="37554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575648" y="3063689"/>
            <a:ext cx="3136704" cy="313670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38888" r="0" b="-38888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2508907" y="2754331"/>
            <a:ext cx="3755422" cy="3755422"/>
          </a:xfrm>
          <a:custGeom>
            <a:avLst/>
            <a:gdLst/>
            <a:ahLst/>
            <a:cxnLst/>
            <a:rect r="r" b="b" t="t" l="l"/>
            <a:pathLst>
              <a:path h="3755422" w="3755422">
                <a:moveTo>
                  <a:pt x="0" y="0"/>
                </a:moveTo>
                <a:lnTo>
                  <a:pt x="3755422" y="0"/>
                </a:lnTo>
                <a:lnTo>
                  <a:pt x="3755422" y="3755421"/>
                </a:lnTo>
                <a:lnTo>
                  <a:pt x="0" y="37554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818266" y="3063689"/>
            <a:ext cx="3136704" cy="313670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15088" r="0" b="-1508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463057" y="1209675"/>
            <a:ext cx="5485426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nOSSA EQUIPE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63057" y="7365434"/>
            <a:ext cx="2885914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700">
                <a:solidFill>
                  <a:srgbClr val="104378"/>
                </a:solidFill>
                <a:latin typeface="HK Grotesk"/>
                <a:ea typeface="HK Grotesk"/>
                <a:cs typeface="HK Grotesk"/>
                <a:sym typeface="HK Grotesk"/>
              </a:rPr>
              <a:t>MECÂNICA/ELETRÔNICA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63057" y="6743134"/>
            <a:ext cx="2885914" cy="57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joão Vitor</a:t>
            </a:r>
          </a:p>
        </p:txBody>
      </p:sp>
      <p:grpSp>
        <p:nvGrpSpPr>
          <p:cNvPr name="Group 15" id="15"/>
          <p:cNvGrpSpPr/>
          <p:nvPr/>
        </p:nvGrpSpPr>
        <p:grpSpPr>
          <a:xfrm rot="4553370">
            <a:off x="-5283882" y="-3662374"/>
            <a:ext cx="10543633" cy="11127828"/>
            <a:chOff x="0" y="0"/>
            <a:chExt cx="14058177" cy="14837105"/>
          </a:xfrm>
        </p:grpSpPr>
        <p:grpSp>
          <p:nvGrpSpPr>
            <p:cNvPr name="Group 16" id="16"/>
            <p:cNvGrpSpPr/>
            <p:nvPr/>
          </p:nvGrpSpPr>
          <p:grpSpPr>
            <a:xfrm rot="8183246">
              <a:off x="5624079" y="242880"/>
              <a:ext cx="2490594" cy="12102320"/>
              <a:chOff x="0" y="0"/>
              <a:chExt cx="611575" cy="297177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2831797">
              <a:off x="-1675162" y="5899265"/>
              <a:ext cx="17408500" cy="3038575"/>
            </a:xfrm>
            <a:custGeom>
              <a:avLst/>
              <a:gdLst/>
              <a:ahLst/>
              <a:cxnLst/>
              <a:rect r="r" b="b" t="t" l="l"/>
              <a:pathLst>
                <a:path h="3038575" w="17408500">
                  <a:moveTo>
                    <a:pt x="0" y="0"/>
                  </a:moveTo>
                  <a:lnTo>
                    <a:pt x="17408500" y="0"/>
                  </a:lnTo>
                  <a:lnTo>
                    <a:pt x="17408500" y="3038575"/>
                  </a:lnTo>
                  <a:lnTo>
                    <a:pt x="0" y="3038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grpSp>
          <p:nvGrpSpPr>
            <p:cNvPr name="Group 20" id="20"/>
            <p:cNvGrpSpPr/>
            <p:nvPr/>
          </p:nvGrpSpPr>
          <p:grpSpPr>
            <a:xfrm rot="8183246">
              <a:off x="5482480" y="3032095"/>
              <a:ext cx="3093217" cy="12138254"/>
              <a:chOff x="0" y="0"/>
              <a:chExt cx="759552" cy="2980596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23" id="23"/>
          <p:cNvSpPr txBox="true"/>
          <p:nvPr/>
        </p:nvSpPr>
        <p:spPr>
          <a:xfrm rot="0">
            <a:off x="7826438" y="7365434"/>
            <a:ext cx="2885914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700">
                <a:solidFill>
                  <a:srgbClr val="104378"/>
                </a:solidFill>
                <a:latin typeface="HK Grotesk"/>
                <a:ea typeface="HK Grotesk"/>
                <a:cs typeface="HK Grotesk"/>
                <a:sym typeface="HK Grotesk"/>
              </a:rPr>
              <a:t>PROGRAMAÇÃO/ELETRÔNICA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26438" y="6743134"/>
            <a:ext cx="2885914" cy="57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João pEDRO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189819" y="7365434"/>
            <a:ext cx="2885914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700">
                <a:solidFill>
                  <a:srgbClr val="104378"/>
                </a:solidFill>
                <a:latin typeface="HK Grotesk"/>
                <a:ea typeface="HK Grotesk"/>
                <a:cs typeface="HK Grotesk"/>
                <a:sym typeface="HK Grotesk"/>
              </a:rPr>
              <a:t>MECÂNICA/ELETRÔNICA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89819" y="6743134"/>
            <a:ext cx="2885914" cy="57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GABRIEL Alves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16486" y="1721936"/>
            <a:ext cx="9473907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Sumário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78236" y="4812369"/>
            <a:ext cx="2522401" cy="87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Sobre Nosso Projeto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64340" y="4807262"/>
            <a:ext cx="2081778" cy="87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Atividades Realizadas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32373" y="4699043"/>
            <a:ext cx="3430398" cy="130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Teste de Integração Eletromecânica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00859" y="4738370"/>
            <a:ext cx="2565736" cy="87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Setor Programação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64909" y="4910455"/>
            <a:ext cx="2522401" cy="87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Estrutura do Protótipo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78236" y="7587764"/>
            <a:ext cx="2356424" cy="87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Regras do Projeto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03041" y="7587764"/>
            <a:ext cx="2158734" cy="87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Objetivos da Sprint 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47603" y="3838255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24992" y="3838255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03393" y="3838255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23820" y="3838255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64909" y="3827822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78236" y="6505131"/>
            <a:ext cx="1506903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03041" y="6505131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07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6118412" y="1521911"/>
            <a:ext cx="1010516" cy="0"/>
          </a:xfrm>
          <a:prstGeom prst="line">
            <a:avLst/>
          </a:prstGeom>
          <a:ln cap="flat" w="19050">
            <a:solidFill>
              <a:srgbClr val="E8E8E8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4553370">
            <a:off x="-2999728" y="-2096015"/>
            <a:ext cx="7292297" cy="7696344"/>
            <a:chOff x="0" y="0"/>
            <a:chExt cx="9723062" cy="10261792"/>
          </a:xfrm>
        </p:grpSpPr>
        <p:grpSp>
          <p:nvGrpSpPr>
            <p:cNvPr name="Group 19" id="19"/>
            <p:cNvGrpSpPr/>
            <p:nvPr/>
          </p:nvGrpSpPr>
          <p:grpSpPr>
            <a:xfrm rot="8183246">
              <a:off x="3889784" y="167983"/>
              <a:ext cx="1722571" cy="8370332"/>
              <a:chOff x="0" y="0"/>
              <a:chExt cx="611575" cy="297177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2831797">
              <a:off x="-1158593" y="4080111"/>
              <a:ext cx="12040247" cy="2101570"/>
            </a:xfrm>
            <a:custGeom>
              <a:avLst/>
              <a:gdLst/>
              <a:ahLst/>
              <a:cxnLst/>
              <a:rect r="r" b="b" t="t" l="l"/>
              <a:pathLst>
                <a:path h="2101570" w="12040247">
                  <a:moveTo>
                    <a:pt x="0" y="0"/>
                  </a:moveTo>
                  <a:lnTo>
                    <a:pt x="12040248" y="0"/>
                  </a:lnTo>
                  <a:lnTo>
                    <a:pt x="12040248" y="2101570"/>
                  </a:lnTo>
                  <a:lnTo>
                    <a:pt x="0" y="2101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23" id="23"/>
            <p:cNvGrpSpPr/>
            <p:nvPr/>
          </p:nvGrpSpPr>
          <p:grpSpPr>
            <a:xfrm rot="8183246">
              <a:off x="3791850" y="2097089"/>
              <a:ext cx="2139363" cy="8395185"/>
              <a:chOff x="0" y="0"/>
              <a:chExt cx="759552" cy="298059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Freeform 26" id="26"/>
          <p:cNvSpPr/>
          <p:nvPr/>
        </p:nvSpPr>
        <p:spPr>
          <a:xfrm flipH="false" flipV="false" rot="0">
            <a:off x="14051734" y="103860"/>
            <a:ext cx="2997203" cy="2836103"/>
          </a:xfrm>
          <a:custGeom>
            <a:avLst/>
            <a:gdLst/>
            <a:ahLst/>
            <a:cxnLst/>
            <a:rect r="r" b="b" t="t" l="l"/>
            <a:pathLst>
              <a:path h="2836103" w="2997203">
                <a:moveTo>
                  <a:pt x="0" y="0"/>
                </a:moveTo>
                <a:lnTo>
                  <a:pt x="2997203" y="0"/>
                </a:lnTo>
                <a:lnTo>
                  <a:pt x="2997203" y="2836103"/>
                </a:lnTo>
                <a:lnTo>
                  <a:pt x="0" y="2836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8075083" y="6747085"/>
            <a:ext cx="1514834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08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25350" y="7829717"/>
            <a:ext cx="248464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Cronograma</a:t>
            </a:r>
          </a:p>
        </p:txBody>
      </p:sp>
      <p:grpSp>
        <p:nvGrpSpPr>
          <p:cNvPr name="Group 29" id="29"/>
          <p:cNvGrpSpPr/>
          <p:nvPr/>
        </p:nvGrpSpPr>
        <p:grpSpPr>
          <a:xfrm rot="-5400000">
            <a:off x="14691662" y="2063674"/>
            <a:ext cx="13106968" cy="13833191"/>
            <a:chOff x="0" y="0"/>
            <a:chExt cx="17475957" cy="18444255"/>
          </a:xfrm>
        </p:grpSpPr>
        <p:grpSp>
          <p:nvGrpSpPr>
            <p:cNvPr name="Group 30" id="30"/>
            <p:cNvGrpSpPr/>
            <p:nvPr/>
          </p:nvGrpSpPr>
          <p:grpSpPr>
            <a:xfrm rot="8183246">
              <a:off x="6991387" y="301928"/>
              <a:ext cx="3096100" cy="15044598"/>
              <a:chOff x="0" y="0"/>
              <a:chExt cx="611575" cy="297177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false" rot="2831797">
              <a:off x="-2082422" y="7333476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34" id="34"/>
            <p:cNvGrpSpPr/>
            <p:nvPr/>
          </p:nvGrpSpPr>
          <p:grpSpPr>
            <a:xfrm rot="8183246">
              <a:off x="6815363" y="3769248"/>
              <a:ext cx="3845230" cy="15089269"/>
              <a:chOff x="0" y="0"/>
              <a:chExt cx="759552" cy="298059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37" id="37"/>
          <p:cNvSpPr txBox="true"/>
          <p:nvPr/>
        </p:nvSpPr>
        <p:spPr>
          <a:xfrm rot="0">
            <a:off x="10914867" y="6782307"/>
            <a:ext cx="1376667" cy="9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09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914867" y="7794495"/>
            <a:ext cx="2258019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99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Conclusão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71367" y="3090987"/>
            <a:ext cx="8779060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sOBRE NOSSO PROJETO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516562"/>
            <a:ext cx="10387522" cy="309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0"/>
              </a:lnSpc>
            </a:pPr>
            <a:r>
              <a:rPr lang="en-US" sz="3416" b="true">
                <a:solidFill>
                  <a:srgbClr val="45607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 Grab &amp; Catch é uma máquina interativa que distribui brindes para quem interage com seus jogos. Neste semestre, o projeto visa transformar a prova de conceito apresentada na Feira de Soluções em um protótipo com melhorias na estrutura, eletrônica e programação.</a:t>
            </a:r>
          </a:p>
        </p:txBody>
      </p:sp>
      <p:sp>
        <p:nvSpPr>
          <p:cNvPr name="AutoShape 4" id="4"/>
          <p:cNvSpPr/>
          <p:nvPr/>
        </p:nvSpPr>
        <p:spPr>
          <a:xfrm>
            <a:off x="1871367" y="2035300"/>
            <a:ext cx="6696523" cy="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4553370">
            <a:off x="-5283882" y="-3662374"/>
            <a:ext cx="10543633" cy="11127828"/>
            <a:chOff x="0" y="0"/>
            <a:chExt cx="14058177" cy="14837105"/>
          </a:xfrm>
        </p:grpSpPr>
        <p:grpSp>
          <p:nvGrpSpPr>
            <p:cNvPr name="Group 6" id="6"/>
            <p:cNvGrpSpPr/>
            <p:nvPr/>
          </p:nvGrpSpPr>
          <p:grpSpPr>
            <a:xfrm rot="8183246">
              <a:off x="5624079" y="242880"/>
              <a:ext cx="2490594" cy="12102320"/>
              <a:chOff x="0" y="0"/>
              <a:chExt cx="611575" cy="297177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2831797">
              <a:off x="-1675162" y="5899265"/>
              <a:ext cx="17408500" cy="3038575"/>
            </a:xfrm>
            <a:custGeom>
              <a:avLst/>
              <a:gdLst/>
              <a:ahLst/>
              <a:cxnLst/>
              <a:rect r="r" b="b" t="t" l="l"/>
              <a:pathLst>
                <a:path h="3038575" w="17408500">
                  <a:moveTo>
                    <a:pt x="0" y="0"/>
                  </a:moveTo>
                  <a:lnTo>
                    <a:pt x="17408500" y="0"/>
                  </a:lnTo>
                  <a:lnTo>
                    <a:pt x="17408500" y="3038575"/>
                  </a:lnTo>
                  <a:lnTo>
                    <a:pt x="0" y="3038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8183246">
              <a:off x="5482480" y="3032095"/>
              <a:ext cx="3093217" cy="12138254"/>
              <a:chOff x="0" y="0"/>
              <a:chExt cx="759552" cy="298059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8567890" y="1474913"/>
            <a:ext cx="1349968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01</a:t>
            </a:r>
          </a:p>
        </p:txBody>
      </p:sp>
      <p:grpSp>
        <p:nvGrpSpPr>
          <p:cNvPr name="Group 14" id="14"/>
          <p:cNvGrpSpPr/>
          <p:nvPr/>
        </p:nvGrpSpPr>
        <p:grpSpPr>
          <a:xfrm rot="-5400000">
            <a:off x="10705816" y="2143711"/>
            <a:ext cx="13106968" cy="13833191"/>
            <a:chOff x="0" y="0"/>
            <a:chExt cx="17475957" cy="18444255"/>
          </a:xfrm>
        </p:grpSpPr>
        <p:grpSp>
          <p:nvGrpSpPr>
            <p:cNvPr name="Group 15" id="15"/>
            <p:cNvGrpSpPr/>
            <p:nvPr/>
          </p:nvGrpSpPr>
          <p:grpSpPr>
            <a:xfrm rot="8183246">
              <a:off x="6991387" y="301928"/>
              <a:ext cx="3096100" cy="15044598"/>
              <a:chOff x="0" y="0"/>
              <a:chExt cx="611575" cy="297177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2831797">
              <a:off x="-2082422" y="7333476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19" id="19"/>
            <p:cNvGrpSpPr/>
            <p:nvPr/>
          </p:nvGrpSpPr>
          <p:grpSpPr>
            <a:xfrm rot="8183246">
              <a:off x="6815363" y="3769248"/>
              <a:ext cx="3845230" cy="15089269"/>
              <a:chOff x="0" y="0"/>
              <a:chExt cx="759552" cy="298059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22" id="22"/>
          <p:cNvSpPr/>
          <p:nvPr/>
        </p:nvSpPr>
        <p:spPr>
          <a:xfrm flipH="false" flipV="false" rot="0">
            <a:off x="11524771" y="657807"/>
            <a:ext cx="5734529" cy="7730370"/>
          </a:xfrm>
          <a:custGeom>
            <a:avLst/>
            <a:gdLst/>
            <a:ahLst/>
            <a:cxnLst/>
            <a:rect r="r" b="b" t="t" l="l"/>
            <a:pathLst>
              <a:path h="7730370" w="5734529">
                <a:moveTo>
                  <a:pt x="0" y="0"/>
                </a:moveTo>
                <a:lnTo>
                  <a:pt x="5734529" y="0"/>
                </a:lnTo>
                <a:lnTo>
                  <a:pt x="5734529" y="7730370"/>
                </a:lnTo>
                <a:lnTo>
                  <a:pt x="0" y="77303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04814" y="487363"/>
            <a:ext cx="1511881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02</a:t>
            </a:r>
          </a:p>
        </p:txBody>
      </p:sp>
      <p:sp>
        <p:nvSpPr>
          <p:cNvPr name="AutoShape 3" id="3"/>
          <p:cNvSpPr/>
          <p:nvPr/>
        </p:nvSpPr>
        <p:spPr>
          <a:xfrm>
            <a:off x="6812493" y="1066800"/>
            <a:ext cx="2592321" cy="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458530" y="3378917"/>
            <a:ext cx="6592494" cy="1306121"/>
            <a:chOff x="0" y="0"/>
            <a:chExt cx="1736295" cy="3439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36295" cy="343999"/>
            </a:xfrm>
            <a:custGeom>
              <a:avLst/>
              <a:gdLst/>
              <a:ahLst/>
              <a:cxnLst/>
              <a:rect r="r" b="b" t="t" l="l"/>
              <a:pathLst>
                <a:path h="343999" w="1736295">
                  <a:moveTo>
                    <a:pt x="23487" y="0"/>
                  </a:moveTo>
                  <a:lnTo>
                    <a:pt x="1712808" y="0"/>
                  </a:lnTo>
                  <a:cubicBezTo>
                    <a:pt x="1719037" y="0"/>
                    <a:pt x="1725011" y="2475"/>
                    <a:pt x="1729416" y="6879"/>
                  </a:cubicBezTo>
                  <a:cubicBezTo>
                    <a:pt x="1733820" y="11284"/>
                    <a:pt x="1736295" y="17258"/>
                    <a:pt x="1736295" y="23487"/>
                  </a:cubicBezTo>
                  <a:lnTo>
                    <a:pt x="1736295" y="320512"/>
                  </a:lnTo>
                  <a:cubicBezTo>
                    <a:pt x="1736295" y="326741"/>
                    <a:pt x="1733820" y="332715"/>
                    <a:pt x="1729416" y="337120"/>
                  </a:cubicBezTo>
                  <a:cubicBezTo>
                    <a:pt x="1725011" y="341525"/>
                    <a:pt x="1719037" y="343999"/>
                    <a:pt x="1712808" y="343999"/>
                  </a:cubicBezTo>
                  <a:lnTo>
                    <a:pt x="23487" y="343999"/>
                  </a:lnTo>
                  <a:cubicBezTo>
                    <a:pt x="17258" y="343999"/>
                    <a:pt x="11284" y="341525"/>
                    <a:pt x="6879" y="337120"/>
                  </a:cubicBezTo>
                  <a:cubicBezTo>
                    <a:pt x="2475" y="332715"/>
                    <a:pt x="0" y="326741"/>
                    <a:pt x="0" y="320512"/>
                  </a:cubicBezTo>
                  <a:lnTo>
                    <a:pt x="0" y="23487"/>
                  </a:lnTo>
                  <a:cubicBezTo>
                    <a:pt x="0" y="17258"/>
                    <a:pt x="2475" y="11284"/>
                    <a:pt x="6879" y="6879"/>
                  </a:cubicBezTo>
                  <a:cubicBezTo>
                    <a:pt x="11284" y="2475"/>
                    <a:pt x="17258" y="0"/>
                    <a:pt x="23487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36295" cy="382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711271" y="1869195"/>
            <a:ext cx="9931197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Atividades Realizadas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2547" y="3593828"/>
            <a:ext cx="6073039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Finalização da integração dos componentes da parte mecânica</a:t>
            </a:r>
          </a:p>
        </p:txBody>
      </p:sp>
      <p:grpSp>
        <p:nvGrpSpPr>
          <p:cNvPr name="Group 9" id="9"/>
          <p:cNvGrpSpPr/>
          <p:nvPr/>
        </p:nvGrpSpPr>
        <p:grpSpPr>
          <a:xfrm rot="4553370">
            <a:off x="-5283882" y="-3662374"/>
            <a:ext cx="10543633" cy="11127828"/>
            <a:chOff x="0" y="0"/>
            <a:chExt cx="14058177" cy="14837105"/>
          </a:xfrm>
        </p:grpSpPr>
        <p:grpSp>
          <p:nvGrpSpPr>
            <p:cNvPr name="Group 10" id="10"/>
            <p:cNvGrpSpPr/>
            <p:nvPr/>
          </p:nvGrpSpPr>
          <p:grpSpPr>
            <a:xfrm rot="8183246">
              <a:off x="5624079" y="242880"/>
              <a:ext cx="2490594" cy="12102320"/>
              <a:chOff x="0" y="0"/>
              <a:chExt cx="611575" cy="297177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2831797">
              <a:off x="-1675162" y="5899265"/>
              <a:ext cx="17408500" cy="3038575"/>
            </a:xfrm>
            <a:custGeom>
              <a:avLst/>
              <a:gdLst/>
              <a:ahLst/>
              <a:cxnLst/>
              <a:rect r="r" b="b" t="t" l="l"/>
              <a:pathLst>
                <a:path h="3038575" w="17408500">
                  <a:moveTo>
                    <a:pt x="0" y="0"/>
                  </a:moveTo>
                  <a:lnTo>
                    <a:pt x="17408500" y="0"/>
                  </a:lnTo>
                  <a:lnTo>
                    <a:pt x="17408500" y="3038575"/>
                  </a:lnTo>
                  <a:lnTo>
                    <a:pt x="0" y="3038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8183246">
              <a:off x="5482480" y="3032095"/>
              <a:ext cx="3093217" cy="12138254"/>
              <a:chOff x="0" y="0"/>
              <a:chExt cx="759552" cy="298059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-5400000">
            <a:off x="11905779" y="3835344"/>
            <a:ext cx="11430804" cy="12064155"/>
            <a:chOff x="0" y="0"/>
            <a:chExt cx="15241072" cy="16085541"/>
          </a:xfrm>
        </p:grpSpPr>
        <p:grpSp>
          <p:nvGrpSpPr>
            <p:cNvPr name="Group 18" id="18"/>
            <p:cNvGrpSpPr/>
            <p:nvPr/>
          </p:nvGrpSpPr>
          <p:grpSpPr>
            <a:xfrm rot="8183246">
              <a:off x="6097305" y="263317"/>
              <a:ext cx="2700160" cy="13120643"/>
              <a:chOff x="0" y="0"/>
              <a:chExt cx="611575" cy="297177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2831797">
              <a:off x="-1816114" y="6395646"/>
              <a:ext cx="18873300" cy="3294249"/>
            </a:xfrm>
            <a:custGeom>
              <a:avLst/>
              <a:gdLst/>
              <a:ahLst/>
              <a:cxnLst/>
              <a:rect r="r" b="b" t="t" l="l"/>
              <a:pathLst>
                <a:path h="3294249" w="18873300">
                  <a:moveTo>
                    <a:pt x="0" y="0"/>
                  </a:moveTo>
                  <a:lnTo>
                    <a:pt x="18873300" y="0"/>
                  </a:lnTo>
                  <a:lnTo>
                    <a:pt x="18873300" y="3294249"/>
                  </a:lnTo>
                  <a:lnTo>
                    <a:pt x="0" y="3294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8183246">
              <a:off x="5943791" y="3287224"/>
              <a:ext cx="3353489" cy="13159601"/>
              <a:chOff x="0" y="0"/>
              <a:chExt cx="759552" cy="298059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25" id="25"/>
          <p:cNvSpPr/>
          <p:nvPr/>
        </p:nvSpPr>
        <p:spPr>
          <a:xfrm flipH="false" flipV="false" rot="0">
            <a:off x="-12066" y="6820794"/>
            <a:ext cx="4348534" cy="4114800"/>
          </a:xfrm>
          <a:custGeom>
            <a:avLst/>
            <a:gdLst/>
            <a:ahLst/>
            <a:cxnLst/>
            <a:rect r="r" b="b" t="t" l="l"/>
            <a:pathLst>
              <a:path h="4114800" w="4348534">
                <a:moveTo>
                  <a:pt x="0" y="0"/>
                </a:moveTo>
                <a:lnTo>
                  <a:pt x="4348534" y="0"/>
                </a:lnTo>
                <a:lnTo>
                  <a:pt x="43485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6" id="26"/>
          <p:cNvGrpSpPr/>
          <p:nvPr/>
        </p:nvGrpSpPr>
        <p:grpSpPr>
          <a:xfrm rot="0">
            <a:off x="6458530" y="5494664"/>
            <a:ext cx="6592494" cy="1306121"/>
            <a:chOff x="0" y="0"/>
            <a:chExt cx="1736295" cy="3439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36295" cy="343999"/>
            </a:xfrm>
            <a:custGeom>
              <a:avLst/>
              <a:gdLst/>
              <a:ahLst/>
              <a:cxnLst/>
              <a:rect r="r" b="b" t="t" l="l"/>
              <a:pathLst>
                <a:path h="343999" w="1736295">
                  <a:moveTo>
                    <a:pt x="23487" y="0"/>
                  </a:moveTo>
                  <a:lnTo>
                    <a:pt x="1712808" y="0"/>
                  </a:lnTo>
                  <a:cubicBezTo>
                    <a:pt x="1719037" y="0"/>
                    <a:pt x="1725011" y="2475"/>
                    <a:pt x="1729416" y="6879"/>
                  </a:cubicBezTo>
                  <a:cubicBezTo>
                    <a:pt x="1733820" y="11284"/>
                    <a:pt x="1736295" y="17258"/>
                    <a:pt x="1736295" y="23487"/>
                  </a:cubicBezTo>
                  <a:lnTo>
                    <a:pt x="1736295" y="320512"/>
                  </a:lnTo>
                  <a:cubicBezTo>
                    <a:pt x="1736295" y="326741"/>
                    <a:pt x="1733820" y="332715"/>
                    <a:pt x="1729416" y="337120"/>
                  </a:cubicBezTo>
                  <a:cubicBezTo>
                    <a:pt x="1725011" y="341525"/>
                    <a:pt x="1719037" y="343999"/>
                    <a:pt x="1712808" y="343999"/>
                  </a:cubicBezTo>
                  <a:lnTo>
                    <a:pt x="23487" y="343999"/>
                  </a:lnTo>
                  <a:cubicBezTo>
                    <a:pt x="17258" y="343999"/>
                    <a:pt x="11284" y="341525"/>
                    <a:pt x="6879" y="337120"/>
                  </a:cubicBezTo>
                  <a:cubicBezTo>
                    <a:pt x="2475" y="332715"/>
                    <a:pt x="0" y="326741"/>
                    <a:pt x="0" y="320512"/>
                  </a:cubicBezTo>
                  <a:lnTo>
                    <a:pt x="0" y="23487"/>
                  </a:lnTo>
                  <a:cubicBezTo>
                    <a:pt x="0" y="17258"/>
                    <a:pt x="2475" y="11284"/>
                    <a:pt x="6879" y="6879"/>
                  </a:cubicBezTo>
                  <a:cubicBezTo>
                    <a:pt x="11284" y="2475"/>
                    <a:pt x="17258" y="0"/>
                    <a:pt x="23487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736295" cy="382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6662547" y="5709575"/>
            <a:ext cx="6073039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Desenvolvimento da Regra do nosso Projeto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458530" y="7318103"/>
            <a:ext cx="6592494" cy="1306121"/>
            <a:chOff x="0" y="0"/>
            <a:chExt cx="1736295" cy="34399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36295" cy="343999"/>
            </a:xfrm>
            <a:custGeom>
              <a:avLst/>
              <a:gdLst/>
              <a:ahLst/>
              <a:cxnLst/>
              <a:rect r="r" b="b" t="t" l="l"/>
              <a:pathLst>
                <a:path h="343999" w="1736295">
                  <a:moveTo>
                    <a:pt x="23487" y="0"/>
                  </a:moveTo>
                  <a:lnTo>
                    <a:pt x="1712808" y="0"/>
                  </a:lnTo>
                  <a:cubicBezTo>
                    <a:pt x="1719037" y="0"/>
                    <a:pt x="1725011" y="2475"/>
                    <a:pt x="1729416" y="6879"/>
                  </a:cubicBezTo>
                  <a:cubicBezTo>
                    <a:pt x="1733820" y="11284"/>
                    <a:pt x="1736295" y="17258"/>
                    <a:pt x="1736295" y="23487"/>
                  </a:cubicBezTo>
                  <a:lnTo>
                    <a:pt x="1736295" y="320512"/>
                  </a:lnTo>
                  <a:cubicBezTo>
                    <a:pt x="1736295" y="326741"/>
                    <a:pt x="1733820" y="332715"/>
                    <a:pt x="1729416" y="337120"/>
                  </a:cubicBezTo>
                  <a:cubicBezTo>
                    <a:pt x="1725011" y="341525"/>
                    <a:pt x="1719037" y="343999"/>
                    <a:pt x="1712808" y="343999"/>
                  </a:cubicBezTo>
                  <a:lnTo>
                    <a:pt x="23487" y="343999"/>
                  </a:lnTo>
                  <a:cubicBezTo>
                    <a:pt x="17258" y="343999"/>
                    <a:pt x="11284" y="341525"/>
                    <a:pt x="6879" y="337120"/>
                  </a:cubicBezTo>
                  <a:cubicBezTo>
                    <a:pt x="2475" y="332715"/>
                    <a:pt x="0" y="326741"/>
                    <a:pt x="0" y="320512"/>
                  </a:cubicBezTo>
                  <a:lnTo>
                    <a:pt x="0" y="23487"/>
                  </a:lnTo>
                  <a:cubicBezTo>
                    <a:pt x="0" y="17258"/>
                    <a:pt x="2475" y="11284"/>
                    <a:pt x="6879" y="6879"/>
                  </a:cubicBezTo>
                  <a:cubicBezTo>
                    <a:pt x="11284" y="2475"/>
                    <a:pt x="17258" y="0"/>
                    <a:pt x="23487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736295" cy="382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662547" y="7533014"/>
            <a:ext cx="6388478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Realização dos testes do produto nas molas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54548" y="1869431"/>
            <a:ext cx="10609741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10437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Trabalhos realizados</a:t>
            </a:r>
          </a:p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10437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- setor programação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21571" y="1964681"/>
            <a:ext cx="1511881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03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452252" y="2525068"/>
            <a:ext cx="3969319" cy="1905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218895" y="3647372"/>
            <a:ext cx="6639628" cy="663962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-540000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0"/>
                  </a:move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7774" r="-6199" b="-4102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4553370">
            <a:off x="-5283882" y="-3662374"/>
            <a:ext cx="10543633" cy="11127828"/>
            <a:chOff x="0" y="0"/>
            <a:chExt cx="14058177" cy="14837105"/>
          </a:xfrm>
        </p:grpSpPr>
        <p:grpSp>
          <p:nvGrpSpPr>
            <p:cNvPr name="Group 8" id="8"/>
            <p:cNvGrpSpPr/>
            <p:nvPr/>
          </p:nvGrpSpPr>
          <p:grpSpPr>
            <a:xfrm rot="8183246">
              <a:off x="5624079" y="242880"/>
              <a:ext cx="2490594" cy="12102320"/>
              <a:chOff x="0" y="0"/>
              <a:chExt cx="611575" cy="297177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2831797">
              <a:off x="-1675162" y="5899265"/>
              <a:ext cx="17408500" cy="3038575"/>
            </a:xfrm>
            <a:custGeom>
              <a:avLst/>
              <a:gdLst/>
              <a:ahLst/>
              <a:cxnLst/>
              <a:rect r="r" b="b" t="t" l="l"/>
              <a:pathLst>
                <a:path h="3038575" w="17408500">
                  <a:moveTo>
                    <a:pt x="0" y="0"/>
                  </a:moveTo>
                  <a:lnTo>
                    <a:pt x="17408500" y="0"/>
                  </a:lnTo>
                  <a:lnTo>
                    <a:pt x="17408500" y="3038575"/>
                  </a:lnTo>
                  <a:lnTo>
                    <a:pt x="0" y="3038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12" id="12"/>
            <p:cNvGrpSpPr/>
            <p:nvPr/>
          </p:nvGrpSpPr>
          <p:grpSpPr>
            <a:xfrm rot="8183246">
              <a:off x="5482480" y="3032095"/>
              <a:ext cx="3093217" cy="12138254"/>
              <a:chOff x="0" y="0"/>
              <a:chExt cx="759552" cy="298059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8781690" y="3647372"/>
            <a:ext cx="7812131" cy="6639628"/>
            <a:chOff x="0" y="0"/>
            <a:chExt cx="956334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-5400000">
              <a:off x="71767" y="-71767"/>
              <a:ext cx="812800" cy="956334"/>
            </a:xfrm>
            <a:custGeom>
              <a:avLst/>
              <a:gdLst/>
              <a:ahLst/>
              <a:cxnLst/>
              <a:rect r="r" b="b" t="t" l="l"/>
              <a:pathLst>
                <a:path h="956334" w="812800">
                  <a:moveTo>
                    <a:pt x="812800" y="0"/>
                  </a:moveTo>
                  <a:lnTo>
                    <a:pt x="812800" y="956334"/>
                  </a:lnTo>
                  <a:lnTo>
                    <a:pt x="0" y="956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547" r="0" b="-25547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11841" y="891530"/>
            <a:ext cx="7901071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10437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Teste de Integração Eletromecânica</a:t>
            </a:r>
          </a:p>
        </p:txBody>
      </p:sp>
      <p:sp>
        <p:nvSpPr>
          <p:cNvPr name="AutoShape 3" id="3"/>
          <p:cNvSpPr/>
          <p:nvPr/>
        </p:nvSpPr>
        <p:spPr>
          <a:xfrm>
            <a:off x="8526749" y="1536055"/>
            <a:ext cx="3372328" cy="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4553370">
            <a:off x="-5283882" y="-3662374"/>
            <a:ext cx="10543633" cy="11127828"/>
            <a:chOff x="0" y="0"/>
            <a:chExt cx="14058177" cy="14837105"/>
          </a:xfrm>
        </p:grpSpPr>
        <p:grpSp>
          <p:nvGrpSpPr>
            <p:cNvPr name="Group 5" id="5"/>
            <p:cNvGrpSpPr/>
            <p:nvPr/>
          </p:nvGrpSpPr>
          <p:grpSpPr>
            <a:xfrm rot="8183246">
              <a:off x="5624079" y="242880"/>
              <a:ext cx="2490594" cy="12102320"/>
              <a:chOff x="0" y="0"/>
              <a:chExt cx="611575" cy="297177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2831797">
              <a:off x="-1675162" y="5899265"/>
              <a:ext cx="17408500" cy="3038575"/>
            </a:xfrm>
            <a:custGeom>
              <a:avLst/>
              <a:gdLst/>
              <a:ahLst/>
              <a:cxnLst/>
              <a:rect r="r" b="b" t="t" l="l"/>
              <a:pathLst>
                <a:path h="3038575" w="17408500">
                  <a:moveTo>
                    <a:pt x="0" y="0"/>
                  </a:moveTo>
                  <a:lnTo>
                    <a:pt x="17408500" y="0"/>
                  </a:lnTo>
                  <a:lnTo>
                    <a:pt x="17408500" y="3038575"/>
                  </a:lnTo>
                  <a:lnTo>
                    <a:pt x="0" y="3038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8183246">
              <a:off x="5482480" y="3032095"/>
              <a:ext cx="3093217" cy="12138254"/>
              <a:chOff x="0" y="0"/>
              <a:chExt cx="759552" cy="298059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1767133" y="2190105"/>
            <a:ext cx="5990161" cy="7981876"/>
            <a:chOff x="0" y="0"/>
            <a:chExt cx="609982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9982" cy="812800"/>
            </a:xfrm>
            <a:custGeom>
              <a:avLst/>
              <a:gdLst/>
              <a:ahLst/>
              <a:cxnLst/>
              <a:rect r="r" b="b" t="t" l="l"/>
              <a:pathLst>
                <a:path h="812800" w="609982">
                  <a:moveTo>
                    <a:pt x="0" y="0"/>
                  </a:moveTo>
                  <a:lnTo>
                    <a:pt x="609982" y="0"/>
                  </a:lnTo>
                  <a:lnTo>
                    <a:pt x="609982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0" t="-33494" r="0" b="-3349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098688" y="1076859"/>
            <a:ext cx="1511881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04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12912" y="2190105"/>
            <a:ext cx="7046388" cy="8263136"/>
            <a:chOff x="0" y="0"/>
            <a:chExt cx="812800" cy="9531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953152"/>
            </a:xfrm>
            <a:custGeom>
              <a:avLst/>
              <a:gdLst/>
              <a:ahLst/>
              <a:cxnLst/>
              <a:rect r="r" b="b" t="t" l="l"/>
              <a:pathLst>
                <a:path h="9531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53152"/>
                  </a:lnTo>
                  <a:lnTo>
                    <a:pt x="0" y="953152"/>
                  </a:lnTo>
                  <a:close/>
                </a:path>
              </a:pathLst>
            </a:custGeom>
            <a:blipFill>
              <a:blip r:embed="rId4"/>
              <a:stretch>
                <a:fillRect l="0" t="-44874" r="0" b="-44874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54548" y="1869431"/>
            <a:ext cx="10609741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10437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Estrutura do Protótipo</a:t>
            </a:r>
          </a:p>
        </p:txBody>
      </p:sp>
      <p:sp>
        <p:nvSpPr>
          <p:cNvPr name="AutoShape 3" id="3"/>
          <p:cNvSpPr/>
          <p:nvPr/>
        </p:nvSpPr>
        <p:spPr>
          <a:xfrm>
            <a:off x="10189189" y="2190105"/>
            <a:ext cx="3881213" cy="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4553370">
            <a:off x="-5283882" y="-3662374"/>
            <a:ext cx="10543633" cy="11127828"/>
            <a:chOff x="0" y="0"/>
            <a:chExt cx="14058177" cy="14837105"/>
          </a:xfrm>
        </p:grpSpPr>
        <p:grpSp>
          <p:nvGrpSpPr>
            <p:cNvPr name="Group 5" id="5"/>
            <p:cNvGrpSpPr/>
            <p:nvPr/>
          </p:nvGrpSpPr>
          <p:grpSpPr>
            <a:xfrm rot="8183246">
              <a:off x="5624079" y="242880"/>
              <a:ext cx="2490594" cy="12102320"/>
              <a:chOff x="0" y="0"/>
              <a:chExt cx="611575" cy="297177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2831797">
              <a:off x="-1675162" y="5899265"/>
              <a:ext cx="17408500" cy="3038575"/>
            </a:xfrm>
            <a:custGeom>
              <a:avLst/>
              <a:gdLst/>
              <a:ahLst/>
              <a:cxnLst/>
              <a:rect r="r" b="b" t="t" l="l"/>
              <a:pathLst>
                <a:path h="3038575" w="17408500">
                  <a:moveTo>
                    <a:pt x="0" y="0"/>
                  </a:moveTo>
                  <a:lnTo>
                    <a:pt x="17408500" y="0"/>
                  </a:lnTo>
                  <a:lnTo>
                    <a:pt x="17408500" y="3038575"/>
                  </a:lnTo>
                  <a:lnTo>
                    <a:pt x="0" y="3038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8183246">
              <a:off x="5482480" y="3032095"/>
              <a:ext cx="3093217" cy="12138254"/>
              <a:chOff x="0" y="0"/>
              <a:chExt cx="759552" cy="298059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1775836" y="2950518"/>
            <a:ext cx="7565178" cy="6613284"/>
          </a:xfrm>
          <a:custGeom>
            <a:avLst/>
            <a:gdLst/>
            <a:ahLst/>
            <a:cxnLst/>
            <a:rect r="r" b="b" t="t" l="l"/>
            <a:pathLst>
              <a:path h="6613284" w="7565178">
                <a:moveTo>
                  <a:pt x="0" y="0"/>
                </a:moveTo>
                <a:lnTo>
                  <a:pt x="7565178" y="0"/>
                </a:lnTo>
                <a:lnTo>
                  <a:pt x="7565178" y="6613283"/>
                </a:lnTo>
                <a:lnTo>
                  <a:pt x="0" y="66132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217" r="-5297" b="-50387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685112" y="2950518"/>
            <a:ext cx="8190858" cy="6613284"/>
          </a:xfrm>
          <a:custGeom>
            <a:avLst/>
            <a:gdLst/>
            <a:ahLst/>
            <a:cxnLst/>
            <a:rect r="r" b="b" t="t" l="l"/>
            <a:pathLst>
              <a:path h="6613284" w="8190858">
                <a:moveTo>
                  <a:pt x="0" y="0"/>
                </a:moveTo>
                <a:lnTo>
                  <a:pt x="8190858" y="0"/>
                </a:lnTo>
                <a:lnTo>
                  <a:pt x="8190858" y="6613283"/>
                </a:lnTo>
                <a:lnTo>
                  <a:pt x="0" y="6613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039" t="-3950" r="-30168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421571" y="1610668"/>
            <a:ext cx="1511881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04814" y="487363"/>
            <a:ext cx="1511881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06</a:t>
            </a:r>
          </a:p>
        </p:txBody>
      </p:sp>
      <p:sp>
        <p:nvSpPr>
          <p:cNvPr name="AutoShape 3" id="3"/>
          <p:cNvSpPr/>
          <p:nvPr/>
        </p:nvSpPr>
        <p:spPr>
          <a:xfrm>
            <a:off x="6812493" y="1066800"/>
            <a:ext cx="2592321" cy="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09999" y="3417498"/>
            <a:ext cx="6592494" cy="1269472"/>
            <a:chOff x="0" y="0"/>
            <a:chExt cx="1736295" cy="3343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36295" cy="334347"/>
            </a:xfrm>
            <a:custGeom>
              <a:avLst/>
              <a:gdLst/>
              <a:ahLst/>
              <a:cxnLst/>
              <a:rect r="r" b="b" t="t" l="l"/>
              <a:pathLst>
                <a:path h="334347" w="1736295">
                  <a:moveTo>
                    <a:pt x="23487" y="0"/>
                  </a:moveTo>
                  <a:lnTo>
                    <a:pt x="1712808" y="0"/>
                  </a:lnTo>
                  <a:cubicBezTo>
                    <a:pt x="1719037" y="0"/>
                    <a:pt x="1725011" y="2475"/>
                    <a:pt x="1729416" y="6879"/>
                  </a:cubicBezTo>
                  <a:cubicBezTo>
                    <a:pt x="1733820" y="11284"/>
                    <a:pt x="1736295" y="17258"/>
                    <a:pt x="1736295" y="23487"/>
                  </a:cubicBezTo>
                  <a:lnTo>
                    <a:pt x="1736295" y="310859"/>
                  </a:lnTo>
                  <a:cubicBezTo>
                    <a:pt x="1736295" y="317089"/>
                    <a:pt x="1733820" y="323063"/>
                    <a:pt x="1729416" y="327467"/>
                  </a:cubicBezTo>
                  <a:cubicBezTo>
                    <a:pt x="1725011" y="331872"/>
                    <a:pt x="1719037" y="334347"/>
                    <a:pt x="1712808" y="334347"/>
                  </a:cubicBezTo>
                  <a:lnTo>
                    <a:pt x="23487" y="334347"/>
                  </a:lnTo>
                  <a:cubicBezTo>
                    <a:pt x="17258" y="334347"/>
                    <a:pt x="11284" y="331872"/>
                    <a:pt x="6879" y="327467"/>
                  </a:cubicBezTo>
                  <a:cubicBezTo>
                    <a:pt x="2475" y="323063"/>
                    <a:pt x="0" y="317089"/>
                    <a:pt x="0" y="310859"/>
                  </a:cubicBezTo>
                  <a:lnTo>
                    <a:pt x="0" y="23487"/>
                  </a:lnTo>
                  <a:cubicBezTo>
                    <a:pt x="0" y="17258"/>
                    <a:pt x="2475" y="11284"/>
                    <a:pt x="6879" y="6879"/>
                  </a:cubicBezTo>
                  <a:cubicBezTo>
                    <a:pt x="11284" y="2475"/>
                    <a:pt x="17258" y="0"/>
                    <a:pt x="23487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36295" cy="372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711271" y="1869195"/>
            <a:ext cx="9931197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Regras do projeto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45791" y="3614084"/>
            <a:ext cx="5720911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Cada participante terá duas tentativas</a:t>
            </a:r>
          </a:p>
        </p:txBody>
      </p:sp>
      <p:grpSp>
        <p:nvGrpSpPr>
          <p:cNvPr name="Group 9" id="9"/>
          <p:cNvGrpSpPr/>
          <p:nvPr/>
        </p:nvGrpSpPr>
        <p:grpSpPr>
          <a:xfrm rot="4553370">
            <a:off x="-5762235" y="-3234089"/>
            <a:ext cx="9524073" cy="10051778"/>
            <a:chOff x="0" y="0"/>
            <a:chExt cx="12698764" cy="13402370"/>
          </a:xfrm>
        </p:grpSpPr>
        <p:grpSp>
          <p:nvGrpSpPr>
            <p:cNvPr name="Group 10" id="10"/>
            <p:cNvGrpSpPr/>
            <p:nvPr/>
          </p:nvGrpSpPr>
          <p:grpSpPr>
            <a:xfrm rot="8183246">
              <a:off x="5080235" y="219394"/>
              <a:ext cx="2249756" cy="10932037"/>
              <a:chOff x="0" y="0"/>
              <a:chExt cx="611575" cy="297177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2831797">
              <a:off x="-1513175" y="5328812"/>
              <a:ext cx="15725114" cy="2744747"/>
            </a:xfrm>
            <a:custGeom>
              <a:avLst/>
              <a:gdLst/>
              <a:ahLst/>
              <a:cxnLst/>
              <a:rect r="r" b="b" t="t" l="l"/>
              <a:pathLst>
                <a:path h="2744747" w="15725114">
                  <a:moveTo>
                    <a:pt x="0" y="0"/>
                  </a:moveTo>
                  <a:lnTo>
                    <a:pt x="15725114" y="0"/>
                  </a:lnTo>
                  <a:lnTo>
                    <a:pt x="15725114" y="2744747"/>
                  </a:lnTo>
                  <a:lnTo>
                    <a:pt x="0" y="2744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8183246">
              <a:off x="4952329" y="2738894"/>
              <a:ext cx="2794106" cy="10964496"/>
              <a:chOff x="0" y="0"/>
              <a:chExt cx="759552" cy="298059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-5400000">
            <a:off x="11905779" y="3835344"/>
            <a:ext cx="11430804" cy="12064155"/>
            <a:chOff x="0" y="0"/>
            <a:chExt cx="15241072" cy="16085541"/>
          </a:xfrm>
        </p:grpSpPr>
        <p:grpSp>
          <p:nvGrpSpPr>
            <p:cNvPr name="Group 18" id="18"/>
            <p:cNvGrpSpPr/>
            <p:nvPr/>
          </p:nvGrpSpPr>
          <p:grpSpPr>
            <a:xfrm rot="8183246">
              <a:off x="6097305" y="263317"/>
              <a:ext cx="2700160" cy="13120643"/>
              <a:chOff x="0" y="0"/>
              <a:chExt cx="611575" cy="297177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2831797">
              <a:off x="-1816114" y="6395646"/>
              <a:ext cx="18873300" cy="3294249"/>
            </a:xfrm>
            <a:custGeom>
              <a:avLst/>
              <a:gdLst/>
              <a:ahLst/>
              <a:cxnLst/>
              <a:rect r="r" b="b" t="t" l="l"/>
              <a:pathLst>
                <a:path h="3294249" w="18873300">
                  <a:moveTo>
                    <a:pt x="0" y="0"/>
                  </a:moveTo>
                  <a:lnTo>
                    <a:pt x="18873300" y="0"/>
                  </a:lnTo>
                  <a:lnTo>
                    <a:pt x="18873300" y="3294249"/>
                  </a:lnTo>
                  <a:lnTo>
                    <a:pt x="0" y="3294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8183246">
              <a:off x="5943791" y="3287224"/>
              <a:ext cx="3353489" cy="13159601"/>
              <a:chOff x="0" y="0"/>
              <a:chExt cx="759552" cy="298059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25" id="25"/>
          <p:cNvSpPr/>
          <p:nvPr/>
        </p:nvSpPr>
        <p:spPr>
          <a:xfrm flipH="false" flipV="false" rot="0">
            <a:off x="1028700" y="422792"/>
            <a:ext cx="2968392" cy="2808841"/>
          </a:xfrm>
          <a:custGeom>
            <a:avLst/>
            <a:gdLst/>
            <a:ahLst/>
            <a:cxnLst/>
            <a:rect r="r" b="b" t="t" l="l"/>
            <a:pathLst>
              <a:path h="2808841" w="2968392">
                <a:moveTo>
                  <a:pt x="0" y="0"/>
                </a:moveTo>
                <a:lnTo>
                  <a:pt x="2968392" y="0"/>
                </a:lnTo>
                <a:lnTo>
                  <a:pt x="2968392" y="2808841"/>
                </a:lnTo>
                <a:lnTo>
                  <a:pt x="0" y="2808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6" id="26"/>
          <p:cNvGrpSpPr/>
          <p:nvPr/>
        </p:nvGrpSpPr>
        <p:grpSpPr>
          <a:xfrm rot="0">
            <a:off x="1409999" y="5279753"/>
            <a:ext cx="6592494" cy="1232823"/>
            <a:chOff x="0" y="0"/>
            <a:chExt cx="1736295" cy="32469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36295" cy="324694"/>
            </a:xfrm>
            <a:custGeom>
              <a:avLst/>
              <a:gdLst/>
              <a:ahLst/>
              <a:cxnLst/>
              <a:rect r="r" b="b" t="t" l="l"/>
              <a:pathLst>
                <a:path h="324694" w="1736295">
                  <a:moveTo>
                    <a:pt x="23487" y="0"/>
                  </a:moveTo>
                  <a:lnTo>
                    <a:pt x="1712808" y="0"/>
                  </a:lnTo>
                  <a:cubicBezTo>
                    <a:pt x="1719037" y="0"/>
                    <a:pt x="1725011" y="2475"/>
                    <a:pt x="1729416" y="6879"/>
                  </a:cubicBezTo>
                  <a:cubicBezTo>
                    <a:pt x="1733820" y="11284"/>
                    <a:pt x="1736295" y="17258"/>
                    <a:pt x="1736295" y="23487"/>
                  </a:cubicBezTo>
                  <a:lnTo>
                    <a:pt x="1736295" y="301207"/>
                  </a:lnTo>
                  <a:cubicBezTo>
                    <a:pt x="1736295" y="307436"/>
                    <a:pt x="1733820" y="313410"/>
                    <a:pt x="1729416" y="317815"/>
                  </a:cubicBezTo>
                  <a:cubicBezTo>
                    <a:pt x="1725011" y="322220"/>
                    <a:pt x="1719037" y="324694"/>
                    <a:pt x="1712808" y="324694"/>
                  </a:cubicBezTo>
                  <a:lnTo>
                    <a:pt x="23487" y="324694"/>
                  </a:lnTo>
                  <a:cubicBezTo>
                    <a:pt x="17258" y="324694"/>
                    <a:pt x="11284" y="322220"/>
                    <a:pt x="6879" y="317815"/>
                  </a:cubicBezTo>
                  <a:cubicBezTo>
                    <a:pt x="2475" y="313410"/>
                    <a:pt x="0" y="307436"/>
                    <a:pt x="0" y="301207"/>
                  </a:cubicBezTo>
                  <a:lnTo>
                    <a:pt x="0" y="23487"/>
                  </a:lnTo>
                  <a:cubicBezTo>
                    <a:pt x="0" y="17258"/>
                    <a:pt x="2475" y="11284"/>
                    <a:pt x="6879" y="6879"/>
                  </a:cubicBezTo>
                  <a:cubicBezTo>
                    <a:pt x="11284" y="2475"/>
                    <a:pt x="17258" y="0"/>
                    <a:pt x="23487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736295" cy="362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832353" y="7322201"/>
            <a:ext cx="6592494" cy="1232823"/>
            <a:chOff x="0" y="0"/>
            <a:chExt cx="1736295" cy="32469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36295" cy="324694"/>
            </a:xfrm>
            <a:custGeom>
              <a:avLst/>
              <a:gdLst/>
              <a:ahLst/>
              <a:cxnLst/>
              <a:rect r="r" b="b" t="t" l="l"/>
              <a:pathLst>
                <a:path h="324694" w="1736295">
                  <a:moveTo>
                    <a:pt x="23487" y="0"/>
                  </a:moveTo>
                  <a:lnTo>
                    <a:pt x="1712808" y="0"/>
                  </a:lnTo>
                  <a:cubicBezTo>
                    <a:pt x="1719037" y="0"/>
                    <a:pt x="1725011" y="2475"/>
                    <a:pt x="1729416" y="6879"/>
                  </a:cubicBezTo>
                  <a:cubicBezTo>
                    <a:pt x="1733820" y="11284"/>
                    <a:pt x="1736295" y="17258"/>
                    <a:pt x="1736295" y="23487"/>
                  </a:cubicBezTo>
                  <a:lnTo>
                    <a:pt x="1736295" y="301207"/>
                  </a:lnTo>
                  <a:cubicBezTo>
                    <a:pt x="1736295" y="307436"/>
                    <a:pt x="1733820" y="313410"/>
                    <a:pt x="1729416" y="317815"/>
                  </a:cubicBezTo>
                  <a:cubicBezTo>
                    <a:pt x="1725011" y="322220"/>
                    <a:pt x="1719037" y="324694"/>
                    <a:pt x="1712808" y="324694"/>
                  </a:cubicBezTo>
                  <a:lnTo>
                    <a:pt x="23487" y="324694"/>
                  </a:lnTo>
                  <a:cubicBezTo>
                    <a:pt x="17258" y="324694"/>
                    <a:pt x="11284" y="322220"/>
                    <a:pt x="6879" y="317815"/>
                  </a:cubicBezTo>
                  <a:cubicBezTo>
                    <a:pt x="2475" y="313410"/>
                    <a:pt x="0" y="307436"/>
                    <a:pt x="0" y="301207"/>
                  </a:cubicBezTo>
                  <a:lnTo>
                    <a:pt x="0" y="23487"/>
                  </a:lnTo>
                  <a:cubicBezTo>
                    <a:pt x="0" y="17258"/>
                    <a:pt x="2475" y="11284"/>
                    <a:pt x="6879" y="6879"/>
                  </a:cubicBezTo>
                  <a:cubicBezTo>
                    <a:pt x="11284" y="2475"/>
                    <a:pt x="17258" y="0"/>
                    <a:pt x="23487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736295" cy="362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036369" y="7500462"/>
            <a:ext cx="6073039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Caso seja pego quebrando as regras será desqualificado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832353" y="3454147"/>
            <a:ext cx="6592494" cy="1232823"/>
            <a:chOff x="0" y="0"/>
            <a:chExt cx="1736295" cy="32469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36295" cy="324694"/>
            </a:xfrm>
            <a:custGeom>
              <a:avLst/>
              <a:gdLst/>
              <a:ahLst/>
              <a:cxnLst/>
              <a:rect r="r" b="b" t="t" l="l"/>
              <a:pathLst>
                <a:path h="324694" w="1736295">
                  <a:moveTo>
                    <a:pt x="23487" y="0"/>
                  </a:moveTo>
                  <a:lnTo>
                    <a:pt x="1712808" y="0"/>
                  </a:lnTo>
                  <a:cubicBezTo>
                    <a:pt x="1719037" y="0"/>
                    <a:pt x="1725011" y="2475"/>
                    <a:pt x="1729416" y="6879"/>
                  </a:cubicBezTo>
                  <a:cubicBezTo>
                    <a:pt x="1733820" y="11284"/>
                    <a:pt x="1736295" y="17258"/>
                    <a:pt x="1736295" y="23487"/>
                  </a:cubicBezTo>
                  <a:lnTo>
                    <a:pt x="1736295" y="301207"/>
                  </a:lnTo>
                  <a:cubicBezTo>
                    <a:pt x="1736295" y="307436"/>
                    <a:pt x="1733820" y="313410"/>
                    <a:pt x="1729416" y="317815"/>
                  </a:cubicBezTo>
                  <a:cubicBezTo>
                    <a:pt x="1725011" y="322220"/>
                    <a:pt x="1719037" y="324694"/>
                    <a:pt x="1712808" y="324694"/>
                  </a:cubicBezTo>
                  <a:lnTo>
                    <a:pt x="23487" y="324694"/>
                  </a:lnTo>
                  <a:cubicBezTo>
                    <a:pt x="17258" y="324694"/>
                    <a:pt x="11284" y="322220"/>
                    <a:pt x="6879" y="317815"/>
                  </a:cubicBezTo>
                  <a:cubicBezTo>
                    <a:pt x="2475" y="313410"/>
                    <a:pt x="0" y="307436"/>
                    <a:pt x="0" y="301207"/>
                  </a:cubicBezTo>
                  <a:lnTo>
                    <a:pt x="0" y="23487"/>
                  </a:lnTo>
                  <a:cubicBezTo>
                    <a:pt x="0" y="17258"/>
                    <a:pt x="2475" y="11284"/>
                    <a:pt x="6879" y="6879"/>
                  </a:cubicBezTo>
                  <a:cubicBezTo>
                    <a:pt x="11284" y="2475"/>
                    <a:pt x="17258" y="0"/>
                    <a:pt x="23487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736295" cy="362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036369" y="3632409"/>
            <a:ext cx="6073039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Respeitar as vezes dos outros jogadores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832353" y="5279753"/>
            <a:ext cx="6592494" cy="1232823"/>
            <a:chOff x="0" y="0"/>
            <a:chExt cx="1736295" cy="32469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36295" cy="324694"/>
            </a:xfrm>
            <a:custGeom>
              <a:avLst/>
              <a:gdLst/>
              <a:ahLst/>
              <a:cxnLst/>
              <a:rect r="r" b="b" t="t" l="l"/>
              <a:pathLst>
                <a:path h="324694" w="1736295">
                  <a:moveTo>
                    <a:pt x="23487" y="0"/>
                  </a:moveTo>
                  <a:lnTo>
                    <a:pt x="1712808" y="0"/>
                  </a:lnTo>
                  <a:cubicBezTo>
                    <a:pt x="1719037" y="0"/>
                    <a:pt x="1725011" y="2475"/>
                    <a:pt x="1729416" y="6879"/>
                  </a:cubicBezTo>
                  <a:cubicBezTo>
                    <a:pt x="1733820" y="11284"/>
                    <a:pt x="1736295" y="17258"/>
                    <a:pt x="1736295" y="23487"/>
                  </a:cubicBezTo>
                  <a:lnTo>
                    <a:pt x="1736295" y="301207"/>
                  </a:lnTo>
                  <a:cubicBezTo>
                    <a:pt x="1736295" y="307436"/>
                    <a:pt x="1733820" y="313410"/>
                    <a:pt x="1729416" y="317815"/>
                  </a:cubicBezTo>
                  <a:cubicBezTo>
                    <a:pt x="1725011" y="322220"/>
                    <a:pt x="1719037" y="324694"/>
                    <a:pt x="1712808" y="324694"/>
                  </a:cubicBezTo>
                  <a:lnTo>
                    <a:pt x="23487" y="324694"/>
                  </a:lnTo>
                  <a:cubicBezTo>
                    <a:pt x="17258" y="324694"/>
                    <a:pt x="11284" y="322220"/>
                    <a:pt x="6879" y="317815"/>
                  </a:cubicBezTo>
                  <a:cubicBezTo>
                    <a:pt x="2475" y="313410"/>
                    <a:pt x="0" y="307436"/>
                    <a:pt x="0" y="301207"/>
                  </a:cubicBezTo>
                  <a:lnTo>
                    <a:pt x="0" y="23487"/>
                  </a:lnTo>
                  <a:cubicBezTo>
                    <a:pt x="0" y="17258"/>
                    <a:pt x="2475" y="11284"/>
                    <a:pt x="6879" y="6879"/>
                  </a:cubicBezTo>
                  <a:cubicBezTo>
                    <a:pt x="11284" y="2475"/>
                    <a:pt x="17258" y="0"/>
                    <a:pt x="23487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736295" cy="362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036369" y="5494664"/>
            <a:ext cx="6388478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Não pode pedir ajuda, trapacear e cada jogo é singular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409999" y="7322201"/>
            <a:ext cx="6592494" cy="1232823"/>
            <a:chOff x="0" y="0"/>
            <a:chExt cx="1736295" cy="32469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36295" cy="324694"/>
            </a:xfrm>
            <a:custGeom>
              <a:avLst/>
              <a:gdLst/>
              <a:ahLst/>
              <a:cxnLst/>
              <a:rect r="r" b="b" t="t" l="l"/>
              <a:pathLst>
                <a:path h="324694" w="1736295">
                  <a:moveTo>
                    <a:pt x="23487" y="0"/>
                  </a:moveTo>
                  <a:lnTo>
                    <a:pt x="1712808" y="0"/>
                  </a:lnTo>
                  <a:cubicBezTo>
                    <a:pt x="1719037" y="0"/>
                    <a:pt x="1725011" y="2475"/>
                    <a:pt x="1729416" y="6879"/>
                  </a:cubicBezTo>
                  <a:cubicBezTo>
                    <a:pt x="1733820" y="11284"/>
                    <a:pt x="1736295" y="17258"/>
                    <a:pt x="1736295" y="23487"/>
                  </a:cubicBezTo>
                  <a:lnTo>
                    <a:pt x="1736295" y="301207"/>
                  </a:lnTo>
                  <a:cubicBezTo>
                    <a:pt x="1736295" y="307436"/>
                    <a:pt x="1733820" y="313410"/>
                    <a:pt x="1729416" y="317815"/>
                  </a:cubicBezTo>
                  <a:cubicBezTo>
                    <a:pt x="1725011" y="322220"/>
                    <a:pt x="1719037" y="324694"/>
                    <a:pt x="1712808" y="324694"/>
                  </a:cubicBezTo>
                  <a:lnTo>
                    <a:pt x="23487" y="324694"/>
                  </a:lnTo>
                  <a:cubicBezTo>
                    <a:pt x="17258" y="324694"/>
                    <a:pt x="11284" y="322220"/>
                    <a:pt x="6879" y="317815"/>
                  </a:cubicBezTo>
                  <a:cubicBezTo>
                    <a:pt x="2475" y="313410"/>
                    <a:pt x="0" y="307436"/>
                    <a:pt x="0" y="301207"/>
                  </a:cubicBezTo>
                  <a:lnTo>
                    <a:pt x="0" y="23487"/>
                  </a:lnTo>
                  <a:cubicBezTo>
                    <a:pt x="0" y="17258"/>
                    <a:pt x="2475" y="11284"/>
                    <a:pt x="6879" y="6879"/>
                  </a:cubicBezTo>
                  <a:cubicBezTo>
                    <a:pt x="11284" y="2475"/>
                    <a:pt x="17258" y="0"/>
                    <a:pt x="23487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736295" cy="362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669727" y="7500462"/>
            <a:ext cx="6073039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Os competidores tem o direito a apenas um brinde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69727" y="5458015"/>
            <a:ext cx="6073039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Seguir as orientações dos responsaveis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54548" y="1964681"/>
            <a:ext cx="8962682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Objetivos da Sprint 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421571" y="2082515"/>
            <a:ext cx="1511881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07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354548" y="3304530"/>
            <a:ext cx="13919541" cy="3290601"/>
            <a:chOff x="0" y="0"/>
            <a:chExt cx="4106442" cy="9707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6442" cy="970769"/>
            </a:xfrm>
            <a:custGeom>
              <a:avLst/>
              <a:gdLst/>
              <a:ahLst/>
              <a:cxnLst/>
              <a:rect r="r" b="b" t="t" l="l"/>
              <a:pathLst>
                <a:path h="970769" w="4106442">
                  <a:moveTo>
                    <a:pt x="11124" y="0"/>
                  </a:moveTo>
                  <a:lnTo>
                    <a:pt x="4095318" y="0"/>
                  </a:lnTo>
                  <a:cubicBezTo>
                    <a:pt x="4098268" y="0"/>
                    <a:pt x="4101097" y="1172"/>
                    <a:pt x="4103184" y="3258"/>
                  </a:cubicBezTo>
                  <a:cubicBezTo>
                    <a:pt x="4105270" y="5344"/>
                    <a:pt x="4106442" y="8174"/>
                    <a:pt x="4106442" y="11124"/>
                  </a:cubicBezTo>
                  <a:lnTo>
                    <a:pt x="4106442" y="959645"/>
                  </a:lnTo>
                  <a:cubicBezTo>
                    <a:pt x="4106442" y="962595"/>
                    <a:pt x="4105270" y="965425"/>
                    <a:pt x="4103184" y="967511"/>
                  </a:cubicBezTo>
                  <a:cubicBezTo>
                    <a:pt x="4101097" y="969597"/>
                    <a:pt x="4098268" y="970769"/>
                    <a:pt x="4095318" y="970769"/>
                  </a:cubicBezTo>
                  <a:lnTo>
                    <a:pt x="11124" y="970769"/>
                  </a:lnTo>
                  <a:cubicBezTo>
                    <a:pt x="8174" y="970769"/>
                    <a:pt x="5344" y="969597"/>
                    <a:pt x="3258" y="967511"/>
                  </a:cubicBezTo>
                  <a:cubicBezTo>
                    <a:pt x="1172" y="965425"/>
                    <a:pt x="0" y="962595"/>
                    <a:pt x="0" y="959645"/>
                  </a:cubicBezTo>
                  <a:lnTo>
                    <a:pt x="0" y="11124"/>
                  </a:lnTo>
                  <a:cubicBezTo>
                    <a:pt x="0" y="8174"/>
                    <a:pt x="1172" y="5344"/>
                    <a:pt x="3258" y="3258"/>
                  </a:cubicBezTo>
                  <a:cubicBezTo>
                    <a:pt x="5344" y="1172"/>
                    <a:pt x="8174" y="0"/>
                    <a:pt x="11124" y="0"/>
                  </a:cubicBezTo>
                  <a:close/>
                </a:path>
              </a:pathLst>
            </a:custGeom>
            <a:solidFill>
              <a:srgbClr val="10437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6442" cy="1008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723461" y="3412839"/>
            <a:ext cx="13181716" cy="327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</a:pPr>
          </a:p>
          <a:p>
            <a:pPr algn="ctr">
              <a:lnSpc>
                <a:spcPts val="3711"/>
              </a:lnSpc>
            </a:pPr>
            <a:r>
              <a:rPr lang="en-US" sz="3093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 4ª sprint foi marcada pela finalização da integração dos componentes da parte mecânica e pelo desenvolvimento da regra do nosso projeto. Além disso, a etapa englobou a realização dos testes do produto nas molas, garantindo o avanço das validações práticas do protótipo.</a:t>
            </a:r>
          </a:p>
          <a:p>
            <a:pPr algn="ctr">
              <a:lnSpc>
                <a:spcPts val="3711"/>
              </a:lnSpc>
            </a:pPr>
          </a:p>
          <a:p>
            <a:pPr algn="ctr">
              <a:lnSpc>
                <a:spcPts val="3711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4553370">
            <a:off x="-5283882" y="-3662374"/>
            <a:ext cx="10543633" cy="11127828"/>
            <a:chOff x="0" y="0"/>
            <a:chExt cx="14058177" cy="14837105"/>
          </a:xfrm>
        </p:grpSpPr>
        <p:grpSp>
          <p:nvGrpSpPr>
            <p:cNvPr name="Group 9" id="9"/>
            <p:cNvGrpSpPr/>
            <p:nvPr/>
          </p:nvGrpSpPr>
          <p:grpSpPr>
            <a:xfrm rot="8183246">
              <a:off x="5624079" y="242880"/>
              <a:ext cx="2490594" cy="12102320"/>
              <a:chOff x="0" y="0"/>
              <a:chExt cx="611575" cy="297177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2831797">
              <a:off x="-1675162" y="5899265"/>
              <a:ext cx="17408500" cy="3038575"/>
            </a:xfrm>
            <a:custGeom>
              <a:avLst/>
              <a:gdLst/>
              <a:ahLst/>
              <a:cxnLst/>
              <a:rect r="r" b="b" t="t" l="l"/>
              <a:pathLst>
                <a:path h="3038575" w="17408500">
                  <a:moveTo>
                    <a:pt x="0" y="0"/>
                  </a:moveTo>
                  <a:lnTo>
                    <a:pt x="17408500" y="0"/>
                  </a:lnTo>
                  <a:lnTo>
                    <a:pt x="17408500" y="3038575"/>
                  </a:lnTo>
                  <a:lnTo>
                    <a:pt x="0" y="3038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3" id="13"/>
            <p:cNvGrpSpPr/>
            <p:nvPr/>
          </p:nvGrpSpPr>
          <p:grpSpPr>
            <a:xfrm rot="8183246">
              <a:off x="5482480" y="3032095"/>
              <a:ext cx="3093217" cy="12138254"/>
              <a:chOff x="0" y="0"/>
              <a:chExt cx="759552" cy="298059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AutoShape 16" id="16"/>
          <p:cNvSpPr/>
          <p:nvPr/>
        </p:nvSpPr>
        <p:spPr>
          <a:xfrm>
            <a:off x="11715524" y="2623852"/>
            <a:ext cx="3063695" cy="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-5400000">
            <a:off x="10183179" y="2112744"/>
            <a:ext cx="13106968" cy="13833191"/>
            <a:chOff x="0" y="0"/>
            <a:chExt cx="17475957" cy="18444255"/>
          </a:xfrm>
        </p:grpSpPr>
        <p:grpSp>
          <p:nvGrpSpPr>
            <p:cNvPr name="Group 18" id="18"/>
            <p:cNvGrpSpPr/>
            <p:nvPr/>
          </p:nvGrpSpPr>
          <p:grpSpPr>
            <a:xfrm rot="8183246">
              <a:off x="6991387" y="301928"/>
              <a:ext cx="3096100" cy="15044598"/>
              <a:chOff x="0" y="0"/>
              <a:chExt cx="611575" cy="2971772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2831797">
              <a:off x="-2082422" y="7333476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8183246">
              <a:off x="6815363" y="3769248"/>
              <a:ext cx="3845230" cy="15089269"/>
              <a:chOff x="0" y="0"/>
              <a:chExt cx="759552" cy="298059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385436" y="1763708"/>
            <a:ext cx="1511881" cy="133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08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2029113" y="2288218"/>
            <a:ext cx="2168754" cy="0"/>
          </a:xfrm>
          <a:prstGeom prst="line">
            <a:avLst/>
          </a:prstGeom>
          <a:ln cap="flat" w="76200">
            <a:solidFill>
              <a:srgbClr val="4C74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61402" y="4596595"/>
            <a:ext cx="15590865" cy="2122905"/>
          </a:xfrm>
          <a:custGeom>
            <a:avLst/>
            <a:gdLst/>
            <a:ahLst/>
            <a:cxnLst/>
            <a:rect r="r" b="b" t="t" l="l"/>
            <a:pathLst>
              <a:path h="2122905" w="15590865">
                <a:moveTo>
                  <a:pt x="0" y="0"/>
                </a:moveTo>
                <a:lnTo>
                  <a:pt x="15590865" y="0"/>
                </a:lnTo>
                <a:lnTo>
                  <a:pt x="15590865" y="2122905"/>
                </a:lnTo>
                <a:lnTo>
                  <a:pt x="0" y="21229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441" r="0" b="-2344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40327" y="1754183"/>
            <a:ext cx="8007345" cy="131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9800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cronograma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29923" y="6076540"/>
            <a:ext cx="1166708" cy="64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4"/>
              </a:lnSpc>
              <a:spcBef>
                <a:spcPct val="0"/>
              </a:spcBef>
            </a:pPr>
            <a:r>
              <a:rPr lang="en-US" sz="2821" spc="126">
                <a:solidFill>
                  <a:srgbClr val="104378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6973" y="6557575"/>
            <a:ext cx="4133354" cy="204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9"/>
              </a:lnSpc>
            </a:pPr>
            <a:r>
              <a:rPr lang="en-US" b="true" sz="2100" spc="94">
                <a:solidFill>
                  <a:srgbClr val="104378"/>
                </a:solidFill>
                <a:latin typeface="Inter Bold"/>
                <a:ea typeface="Inter Bold"/>
                <a:cs typeface="Inter Bold"/>
                <a:sym typeface="Inter Bold"/>
              </a:rPr>
              <a:t>Montagem dos eletrônicos</a:t>
            </a:r>
          </a:p>
          <a:p>
            <a:pPr algn="ctr">
              <a:lnSpc>
                <a:spcPts val="4179"/>
              </a:lnSpc>
              <a:spcBef>
                <a:spcPct val="0"/>
              </a:spcBef>
            </a:pPr>
            <a:r>
              <a:rPr lang="en-US" b="true" sz="2100" spc="94">
                <a:solidFill>
                  <a:srgbClr val="104378"/>
                </a:solidFill>
                <a:latin typeface="Inter Bold"/>
                <a:ea typeface="Inter Bold"/>
                <a:cs typeface="Inter Bold"/>
                <a:sym typeface="Inter Bold"/>
              </a:rPr>
              <a:t>+sistema mecânico na estrutura</a:t>
            </a:r>
          </a:p>
          <a:p>
            <a:pPr algn="ctr">
              <a:lnSpc>
                <a:spcPts val="417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815617" y="8238547"/>
            <a:ext cx="25160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b="true" sz="2099" spc="52">
                <a:solidFill>
                  <a:srgbClr val="45607B"/>
                </a:solidFill>
                <a:latin typeface="Inter Bold"/>
                <a:ea typeface="Inter Bold"/>
                <a:cs typeface="Inter Bold"/>
                <a:sym typeface="Inter Bold"/>
              </a:rPr>
              <a:t>15/05/2026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69239" y="3335653"/>
            <a:ext cx="1118560" cy="64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4"/>
              </a:lnSpc>
              <a:spcBef>
                <a:spcPct val="0"/>
              </a:spcBef>
            </a:pPr>
            <a:r>
              <a:rPr lang="en-US" b="true" sz="2821" spc="126">
                <a:solidFill>
                  <a:srgbClr val="104378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78588" y="4045288"/>
            <a:ext cx="4699861" cy="47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9"/>
              </a:lnSpc>
              <a:spcBef>
                <a:spcPct val="0"/>
              </a:spcBef>
            </a:pPr>
            <a:r>
              <a:rPr lang="en-US" b="true" sz="2100" spc="94">
                <a:solidFill>
                  <a:srgbClr val="104378"/>
                </a:solidFill>
                <a:latin typeface="Inter Bold"/>
                <a:ea typeface="Inter Bold"/>
                <a:cs typeface="Inter Bold"/>
                <a:sym typeface="Inter Bold"/>
              </a:rPr>
              <a:t>Teste de Validação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70486" y="4697776"/>
            <a:ext cx="25160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b="true" sz="2099" spc="52">
                <a:solidFill>
                  <a:srgbClr val="45607B"/>
                </a:solidFill>
                <a:latin typeface="Inter Bold"/>
                <a:ea typeface="Inter Bold"/>
                <a:cs typeface="Inter Bold"/>
                <a:sym typeface="Inter Bold"/>
              </a:rPr>
              <a:t>16/05/2026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73481" y="6076540"/>
            <a:ext cx="1166708" cy="64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4"/>
              </a:lnSpc>
              <a:spcBef>
                <a:spcPct val="0"/>
              </a:spcBef>
            </a:pPr>
            <a:r>
              <a:rPr lang="en-US" b="true" sz="2821" spc="126">
                <a:solidFill>
                  <a:srgbClr val="104378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86857" y="6632969"/>
            <a:ext cx="4216359" cy="47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9"/>
              </a:lnSpc>
              <a:spcBef>
                <a:spcPct val="0"/>
              </a:spcBef>
            </a:pPr>
            <a:r>
              <a:rPr lang="en-US" b="true" sz="2100" spc="94">
                <a:solidFill>
                  <a:srgbClr val="104378"/>
                </a:solidFill>
                <a:latin typeface="Inter Bold"/>
                <a:ea typeface="Inter Bold"/>
                <a:cs typeface="Inter Bold"/>
                <a:sym typeface="Inter Bold"/>
              </a:rPr>
              <a:t>Ajustes Tecnicos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98802" y="7136651"/>
            <a:ext cx="25160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b="true" sz="2099" spc="52">
                <a:solidFill>
                  <a:srgbClr val="45607B"/>
                </a:solidFill>
                <a:latin typeface="Inter Bold"/>
                <a:ea typeface="Inter Bold"/>
                <a:cs typeface="Inter Bold"/>
                <a:sym typeface="Inter Bold"/>
              </a:rPr>
              <a:t>18/05/2026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29113" y="3402232"/>
            <a:ext cx="1118560" cy="64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4"/>
              </a:lnSpc>
              <a:spcBef>
                <a:spcPct val="0"/>
              </a:spcBef>
            </a:pPr>
            <a:r>
              <a:rPr lang="en-US" b="true" sz="2821" spc="126">
                <a:solidFill>
                  <a:srgbClr val="104378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14867" y="4121488"/>
            <a:ext cx="4610637" cy="47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9"/>
              </a:lnSpc>
              <a:spcBef>
                <a:spcPct val="0"/>
              </a:spcBef>
            </a:pPr>
            <a:r>
              <a:rPr lang="en-US" b="true" sz="2100" spc="94">
                <a:solidFill>
                  <a:srgbClr val="104378"/>
                </a:solidFill>
                <a:latin typeface="Inter Bold"/>
                <a:ea typeface="Inter Bold"/>
                <a:cs typeface="Inter Bold"/>
                <a:sym typeface="Inter Bold"/>
              </a:rPr>
              <a:t>Finalização do Relatorio Final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30360" y="4666880"/>
            <a:ext cx="25160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b="true" sz="2099" spc="52">
                <a:solidFill>
                  <a:srgbClr val="45607B"/>
                </a:solidFill>
                <a:latin typeface="Inter Bold"/>
                <a:ea typeface="Inter Bold"/>
                <a:cs typeface="Inter Bold"/>
                <a:sym typeface="Inter Bold"/>
              </a:rPr>
              <a:t>09/06/2026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313962" y="6076540"/>
            <a:ext cx="1166708" cy="64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4"/>
              </a:lnSpc>
              <a:spcBef>
                <a:spcPct val="0"/>
              </a:spcBef>
            </a:pPr>
            <a:r>
              <a:rPr lang="en-US" b="true" sz="2821" spc="126">
                <a:solidFill>
                  <a:srgbClr val="104378"/>
                </a:solidFill>
                <a:latin typeface="Inter Bold"/>
                <a:ea typeface="Inter Bold"/>
                <a:cs typeface="Inter Bold"/>
                <a:sym typeface="Inter Bold"/>
              </a:rPr>
              <a:t>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951334" y="6632969"/>
            <a:ext cx="2100933" cy="475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9"/>
              </a:lnSpc>
              <a:spcBef>
                <a:spcPct val="0"/>
              </a:spcBef>
            </a:pPr>
            <a:r>
              <a:rPr lang="en-US" b="true" sz="2100" spc="94">
                <a:solidFill>
                  <a:srgbClr val="104378"/>
                </a:solidFill>
                <a:latin typeface="Inter Bold"/>
                <a:ea typeface="Inter Bold"/>
                <a:cs typeface="Inter Bold"/>
                <a:sym typeface="Inter Bold"/>
              </a:rPr>
              <a:t>Apresentação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43235" y="7190797"/>
            <a:ext cx="25160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b="true" sz="2099" spc="52">
                <a:solidFill>
                  <a:srgbClr val="45607B"/>
                </a:solidFill>
                <a:latin typeface="Inter Bold"/>
                <a:ea typeface="Inter Bold"/>
                <a:cs typeface="Inter Bold"/>
                <a:sym typeface="Inter Bold"/>
              </a:rPr>
              <a:t>11/06/2026</a:t>
            </a:r>
          </a:p>
        </p:txBody>
      </p:sp>
      <p:grpSp>
        <p:nvGrpSpPr>
          <p:cNvPr name="Group 21" id="21"/>
          <p:cNvGrpSpPr/>
          <p:nvPr/>
        </p:nvGrpSpPr>
        <p:grpSpPr>
          <a:xfrm rot="4553370">
            <a:off x="-5283882" y="-3662374"/>
            <a:ext cx="10543633" cy="11127828"/>
            <a:chOff x="0" y="0"/>
            <a:chExt cx="14058177" cy="14837105"/>
          </a:xfrm>
        </p:grpSpPr>
        <p:grpSp>
          <p:nvGrpSpPr>
            <p:cNvPr name="Group 22" id="22"/>
            <p:cNvGrpSpPr/>
            <p:nvPr/>
          </p:nvGrpSpPr>
          <p:grpSpPr>
            <a:xfrm rot="8183246">
              <a:off x="5624079" y="242880"/>
              <a:ext cx="2490594" cy="12102320"/>
              <a:chOff x="0" y="0"/>
              <a:chExt cx="611575" cy="297177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2831797">
              <a:off x="-1675162" y="5899265"/>
              <a:ext cx="17408500" cy="3038575"/>
            </a:xfrm>
            <a:custGeom>
              <a:avLst/>
              <a:gdLst/>
              <a:ahLst/>
              <a:cxnLst/>
              <a:rect r="r" b="b" t="t" l="l"/>
              <a:pathLst>
                <a:path h="3038575" w="17408500">
                  <a:moveTo>
                    <a:pt x="0" y="0"/>
                  </a:moveTo>
                  <a:lnTo>
                    <a:pt x="17408500" y="0"/>
                  </a:lnTo>
                  <a:lnTo>
                    <a:pt x="17408500" y="3038575"/>
                  </a:lnTo>
                  <a:lnTo>
                    <a:pt x="0" y="3038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26" id="26"/>
            <p:cNvGrpSpPr/>
            <p:nvPr/>
          </p:nvGrpSpPr>
          <p:grpSpPr>
            <a:xfrm rot="8183246">
              <a:off x="5482480" y="3032095"/>
              <a:ext cx="3093217" cy="12138254"/>
              <a:chOff x="0" y="0"/>
              <a:chExt cx="759552" cy="2980596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29" id="29"/>
          <p:cNvGrpSpPr/>
          <p:nvPr/>
        </p:nvGrpSpPr>
        <p:grpSpPr>
          <a:xfrm rot="-5400000">
            <a:off x="17483419" y="4070138"/>
            <a:ext cx="11780971" cy="12433724"/>
            <a:chOff x="0" y="0"/>
            <a:chExt cx="15707961" cy="16578299"/>
          </a:xfrm>
        </p:grpSpPr>
        <p:grpSp>
          <p:nvGrpSpPr>
            <p:cNvPr name="Group 30" id="30"/>
            <p:cNvGrpSpPr/>
            <p:nvPr/>
          </p:nvGrpSpPr>
          <p:grpSpPr>
            <a:xfrm rot="8183246">
              <a:off x="6284087" y="271383"/>
              <a:ext cx="2782876" cy="13522576"/>
              <a:chOff x="0" y="0"/>
              <a:chExt cx="611575" cy="297177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false" rot="2831797">
              <a:off x="-1871749" y="6591568"/>
              <a:ext cx="19451458" cy="3395164"/>
            </a:xfrm>
            <a:custGeom>
              <a:avLst/>
              <a:gdLst/>
              <a:ahLst/>
              <a:cxnLst/>
              <a:rect r="r" b="b" t="t" l="l"/>
              <a:pathLst>
                <a:path h="3395164" w="19451458">
                  <a:moveTo>
                    <a:pt x="0" y="0"/>
                  </a:moveTo>
                  <a:lnTo>
                    <a:pt x="19451458" y="0"/>
                  </a:lnTo>
                  <a:lnTo>
                    <a:pt x="19451458" y="3395163"/>
                  </a:lnTo>
                  <a:lnTo>
                    <a:pt x="0" y="3395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34" id="34"/>
            <p:cNvGrpSpPr/>
            <p:nvPr/>
          </p:nvGrpSpPr>
          <p:grpSpPr>
            <a:xfrm rot="8183246">
              <a:off x="6125871" y="3387924"/>
              <a:ext cx="3456218" cy="13562728"/>
              <a:chOff x="0" y="0"/>
              <a:chExt cx="759552" cy="298059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3440" y="7397495"/>
            <a:ext cx="733410" cy="733410"/>
          </a:xfrm>
          <a:custGeom>
            <a:avLst/>
            <a:gdLst/>
            <a:ahLst/>
            <a:cxnLst/>
            <a:rect r="r" b="b" t="t" l="l"/>
            <a:pathLst>
              <a:path h="733410" w="733410">
                <a:moveTo>
                  <a:pt x="0" y="0"/>
                </a:moveTo>
                <a:lnTo>
                  <a:pt x="733410" y="0"/>
                </a:lnTo>
                <a:lnTo>
                  <a:pt x="733410" y="733410"/>
                </a:lnTo>
                <a:lnTo>
                  <a:pt x="0" y="7334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0183179" y="2112744"/>
            <a:ext cx="13106968" cy="13833191"/>
            <a:chOff x="0" y="0"/>
            <a:chExt cx="17475957" cy="18444255"/>
          </a:xfrm>
        </p:grpSpPr>
        <p:grpSp>
          <p:nvGrpSpPr>
            <p:cNvPr name="Group 4" id="4"/>
            <p:cNvGrpSpPr/>
            <p:nvPr/>
          </p:nvGrpSpPr>
          <p:grpSpPr>
            <a:xfrm rot="8183246">
              <a:off x="6991387" y="301928"/>
              <a:ext cx="3096100" cy="15044598"/>
              <a:chOff x="0" y="0"/>
              <a:chExt cx="611575" cy="297177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11575" cy="2971772"/>
              </a:xfrm>
              <a:custGeom>
                <a:avLst/>
                <a:gdLst/>
                <a:ahLst/>
                <a:cxnLst/>
                <a:rect r="r" b="b" t="t" l="l"/>
                <a:pathLst>
                  <a:path h="2971772" w="611575">
                    <a:moveTo>
                      <a:pt x="0" y="0"/>
                    </a:moveTo>
                    <a:lnTo>
                      <a:pt x="611575" y="0"/>
                    </a:lnTo>
                    <a:lnTo>
                      <a:pt x="611575" y="2971772"/>
                    </a:lnTo>
                    <a:lnTo>
                      <a:pt x="0" y="2971772"/>
                    </a:lnTo>
                    <a:close/>
                  </a:path>
                </a:pathLst>
              </a:custGeom>
              <a:solidFill>
                <a:srgbClr val="C3C3C3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611575" cy="30193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2831797">
              <a:off x="-2082422" y="7333476"/>
              <a:ext cx="21640800" cy="3777303"/>
            </a:xfrm>
            <a:custGeom>
              <a:avLst/>
              <a:gdLst/>
              <a:ahLst/>
              <a:cxnLst/>
              <a:rect r="r" b="b" t="t" l="l"/>
              <a:pathLst>
                <a:path h="3777303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/>
            <p:nvPr/>
          </p:nvGrpSpPr>
          <p:grpSpPr>
            <a:xfrm rot="8183246">
              <a:off x="6815363" y="3769248"/>
              <a:ext cx="3845230" cy="15089269"/>
              <a:chOff x="0" y="0"/>
              <a:chExt cx="759552" cy="298059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59552" cy="2980596"/>
              </a:xfrm>
              <a:custGeom>
                <a:avLst/>
                <a:gdLst/>
                <a:ahLst/>
                <a:cxnLst/>
                <a:rect r="r" b="b" t="t" l="l"/>
                <a:pathLst>
                  <a:path h="2980596" w="759552">
                    <a:moveTo>
                      <a:pt x="0" y="0"/>
                    </a:moveTo>
                    <a:lnTo>
                      <a:pt x="759552" y="0"/>
                    </a:lnTo>
                    <a:lnTo>
                      <a:pt x="759552" y="2980596"/>
                    </a:lnTo>
                    <a:lnTo>
                      <a:pt x="0" y="2980596"/>
                    </a:lnTo>
                    <a:close/>
                  </a:path>
                </a:pathLst>
              </a:custGeom>
              <a:solidFill>
                <a:srgbClr val="296985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759552" cy="3028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1" id="11"/>
          <p:cNvSpPr/>
          <p:nvPr/>
        </p:nvSpPr>
        <p:spPr>
          <a:xfrm flipH="false" flipV="false" rot="0">
            <a:off x="10838860" y="0"/>
            <a:ext cx="6161587" cy="7438091"/>
          </a:xfrm>
          <a:custGeom>
            <a:avLst/>
            <a:gdLst/>
            <a:ahLst/>
            <a:cxnLst/>
            <a:rect r="r" b="b" t="t" l="l"/>
            <a:pathLst>
              <a:path h="7438091" w="6161587">
                <a:moveTo>
                  <a:pt x="0" y="0"/>
                </a:moveTo>
                <a:lnTo>
                  <a:pt x="6161588" y="0"/>
                </a:lnTo>
                <a:lnTo>
                  <a:pt x="6161588" y="7438091"/>
                </a:lnTo>
                <a:lnTo>
                  <a:pt x="0" y="74380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503101" y="7611058"/>
            <a:ext cx="5864216" cy="36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b="true" sz="2461" u="sng">
                <a:solidFill>
                  <a:srgbClr val="104378"/>
                </a:solidFill>
                <a:latin typeface="HK Grotesk Medium"/>
                <a:ea typeface="HK Grotesk Medium"/>
                <a:cs typeface="HK Grotesk Medium"/>
                <a:sym typeface="HK Grotesk Medium"/>
                <a:hlinkClick r:id="rId6" tooltip="https://github.com/JaoRosa12/Grab-Catch-Maquina-Interativa?tab=readme-ov-file"/>
              </a:rPr>
              <a:t>Nosso GitHub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418874" y="5483093"/>
            <a:ext cx="3450251" cy="4236881"/>
          </a:xfrm>
          <a:custGeom>
            <a:avLst/>
            <a:gdLst/>
            <a:ahLst/>
            <a:cxnLst/>
            <a:rect r="r" b="b" t="t" l="l"/>
            <a:pathLst>
              <a:path h="4236881" w="3450251">
                <a:moveTo>
                  <a:pt x="0" y="0"/>
                </a:moveTo>
                <a:lnTo>
                  <a:pt x="3450252" y="0"/>
                </a:lnTo>
                <a:lnTo>
                  <a:pt x="3450252" y="4236881"/>
                </a:lnTo>
                <a:lnTo>
                  <a:pt x="0" y="42368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258" t="0" r="-11541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45394" y="3335740"/>
            <a:ext cx="8926336" cy="222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87"/>
              </a:lnSpc>
            </a:pPr>
            <a:r>
              <a:rPr lang="en-US" sz="16687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conclusão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DAHIwdx_wnQ</dc:identifier>
  <dcterms:modified xsi:type="dcterms:W3CDTF">2011-08-01T06:04:30Z</dcterms:modified>
  <cp:revision>1</cp:revision>
  <dc:title>Sprint 4</dc:title>
</cp:coreProperties>
</file>